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EAED033-AE8F-4CD8-8D19-798136F1004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During the first sprint we did unit test for parser and implemented them in the next spring bc our main goal was to design a product, research, how they work and implement draft of parser and assembler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Implemente dunit test,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We structured our next iteration around moving from a working prototype to a fully integrated application.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So far, we have two main parts:</a:t>
            </a:r>
            <a:br>
              <a:rPr sz="1100"/>
            </a:br>
            <a:r>
              <a:rPr b="0" lang="en" sz="1100" spc="-1" strike="noStrike">
                <a:latin typeface="Arial"/>
              </a:rPr>
              <a:t> a working backend for both HYMN and RISC-V, and a frontend prototype.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The first priority is integration.</a:t>
            </a:r>
            <a:br>
              <a:rPr sz="1100"/>
            </a:br>
            <a:r>
              <a:rPr b="0" lang="en" sz="1100" spc="-1" strike="noStrike">
                <a:latin typeface="Arial"/>
              </a:rPr>
              <a:t> We need to connect the frontend to the backend.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The second priority is migrating the frontend to React and TypeScript.</a:t>
            </a:r>
            <a:br>
              <a:rPr sz="1100"/>
            </a:br>
            <a:r>
              <a:rPr b="0" lang="en" sz="1100" spc="-1" strike="noStrike">
                <a:latin typeface="Arial"/>
              </a:rPr>
              <a:t> Our current UI is built with HTML, CSS, and JavaScript as a fast prototype, but React will allow us to organize the interface into reusable components and scale the application more effectively.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Next, we will implement core visualization features.</a:t>
            </a:r>
            <a:br>
              <a:rPr sz="1100"/>
            </a:br>
            <a:r>
              <a:rPr b="0" lang="en" sz="1100" spc="-1" strike="noStrike">
                <a:latin typeface="Arial"/>
              </a:rPr>
              <a:t> This includes memory visualization, step-by-step debugging, and real register updates based on execution.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Finally, we will conduct usability testing with students and our professor to evaluate how intuitive the interface is and how effectively it supports learning.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In Sprint 1, we focused on building the foundation of the project.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On the backend side, we developed the initial HYMN and RISC-V parser and executor logic.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On the frontend side, we created the initial webpage structure and interface design.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One feature we intentionally excluded was editing memory cells, since it is not essential to our core goal and could add unnecessary complexity.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Overall, the sprint was successful, and our primary customer, Dr. Mendes, was satisfied with the progress and direction.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In Sprint 2, we expanded significantly on the backend and frontend.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The backend logic for both HYMN and RISC-V was fully implemented.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On the frontend, we completed the HTML-based interface and added a visualization layer, including the code editor, results panel, and register display.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However, this frontend currently is not yet connected to the backend.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</a:rPr>
              <a:t>Despite that, this sprint was successful in creating a working prototype of the full system structure, and Dr. Mendes was again satisfied with the progress.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720000" y="541800"/>
            <a:ext cx="771048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720000" y="541800"/>
            <a:ext cx="771048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ubTitle"/>
          </p:nvPr>
        </p:nvSpPr>
        <p:spPr>
          <a:xfrm>
            <a:off x="720000" y="541800"/>
            <a:ext cx="771048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;p2"/>
          <p:cNvGrpSpPr/>
          <p:nvPr/>
        </p:nvGrpSpPr>
        <p:grpSpPr>
          <a:xfrm>
            <a:off x="518400" y="392400"/>
            <a:ext cx="8107200" cy="4358520"/>
            <a:chOff x="518400" y="392400"/>
            <a:chExt cx="8107200" cy="4358520"/>
          </a:xfrm>
        </p:grpSpPr>
        <p:grpSp>
          <p:nvGrpSpPr>
            <p:cNvPr id="1" name="Google Shape;10;p2"/>
            <p:cNvGrpSpPr/>
            <p:nvPr/>
          </p:nvGrpSpPr>
          <p:grpSpPr>
            <a:xfrm>
              <a:off x="518760" y="392400"/>
              <a:ext cx="8106840" cy="395640"/>
              <a:chOff x="518760" y="392400"/>
              <a:chExt cx="8106840" cy="395640"/>
            </a:xfrm>
          </p:grpSpPr>
          <p:sp>
            <p:nvSpPr>
              <p:cNvPr id="2" name="Google Shape;11;p2"/>
              <p:cNvSpPr/>
              <p:nvPr/>
            </p:nvSpPr>
            <p:spPr>
              <a:xfrm>
                <a:off x="518760" y="397800"/>
                <a:ext cx="81061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Google Shape;12;p2"/>
              <p:cNvSpPr/>
              <p:nvPr/>
            </p:nvSpPr>
            <p:spPr>
              <a:xfrm>
                <a:off x="518760" y="39240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" name="Google Shape;13;p2"/>
              <p:cNvSpPr/>
              <p:nvPr/>
            </p:nvSpPr>
            <p:spPr>
              <a:xfrm>
                <a:off x="8625240" y="39240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" name="Google Shape;14;p2"/>
            <p:cNvGrpSpPr/>
            <p:nvPr/>
          </p:nvGrpSpPr>
          <p:grpSpPr>
            <a:xfrm>
              <a:off x="518400" y="4355280"/>
              <a:ext cx="8106840" cy="395640"/>
              <a:chOff x="518400" y="4355280"/>
              <a:chExt cx="8106840" cy="395640"/>
            </a:xfrm>
          </p:grpSpPr>
          <p:sp>
            <p:nvSpPr>
              <p:cNvPr id="6" name="Google Shape;15;p2"/>
              <p:cNvSpPr/>
              <p:nvPr/>
            </p:nvSpPr>
            <p:spPr>
              <a:xfrm rot="10800000">
                <a:off x="519120" y="4744800"/>
                <a:ext cx="81061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" name="Google Shape;16;p2"/>
              <p:cNvSpPr/>
              <p:nvPr/>
            </p:nvSpPr>
            <p:spPr>
              <a:xfrm rot="10800000">
                <a:off x="8624880" y="435528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" name="Google Shape;17;p2"/>
              <p:cNvSpPr/>
              <p:nvPr/>
            </p:nvSpPr>
            <p:spPr>
              <a:xfrm rot="10800000">
                <a:off x="518400" y="435528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3160" y="1252800"/>
            <a:ext cx="4369680" cy="215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64;p15"/>
          <p:cNvGrpSpPr/>
          <p:nvPr/>
        </p:nvGrpSpPr>
        <p:grpSpPr>
          <a:xfrm>
            <a:off x="518400" y="392400"/>
            <a:ext cx="8107200" cy="4358520"/>
            <a:chOff x="518400" y="392400"/>
            <a:chExt cx="8107200" cy="4358520"/>
          </a:xfrm>
        </p:grpSpPr>
        <p:grpSp>
          <p:nvGrpSpPr>
            <p:cNvPr id="48" name="Google Shape;165;p15"/>
            <p:cNvGrpSpPr/>
            <p:nvPr/>
          </p:nvGrpSpPr>
          <p:grpSpPr>
            <a:xfrm>
              <a:off x="518760" y="392400"/>
              <a:ext cx="8106840" cy="395640"/>
              <a:chOff x="518760" y="392400"/>
              <a:chExt cx="8106840" cy="395640"/>
            </a:xfrm>
          </p:grpSpPr>
          <p:sp>
            <p:nvSpPr>
              <p:cNvPr id="49" name="Google Shape;166;p15"/>
              <p:cNvSpPr/>
              <p:nvPr/>
            </p:nvSpPr>
            <p:spPr>
              <a:xfrm>
                <a:off x="518760" y="397800"/>
                <a:ext cx="81061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" name="Google Shape;167;p15"/>
              <p:cNvSpPr/>
              <p:nvPr/>
            </p:nvSpPr>
            <p:spPr>
              <a:xfrm>
                <a:off x="518760" y="39240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" name="Google Shape;168;p15"/>
              <p:cNvSpPr/>
              <p:nvPr/>
            </p:nvSpPr>
            <p:spPr>
              <a:xfrm>
                <a:off x="8625240" y="39240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2" name="Google Shape;169;p15"/>
            <p:cNvGrpSpPr/>
            <p:nvPr/>
          </p:nvGrpSpPr>
          <p:grpSpPr>
            <a:xfrm>
              <a:off x="518400" y="4355280"/>
              <a:ext cx="8106840" cy="395640"/>
              <a:chOff x="518400" y="4355280"/>
              <a:chExt cx="8106840" cy="395640"/>
            </a:xfrm>
          </p:grpSpPr>
          <p:sp>
            <p:nvSpPr>
              <p:cNvPr id="53" name="Google Shape;170;p15"/>
              <p:cNvSpPr/>
              <p:nvPr/>
            </p:nvSpPr>
            <p:spPr>
              <a:xfrm rot="10800000">
                <a:off x="519120" y="4744800"/>
                <a:ext cx="81061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" name="Google Shape;171;p15"/>
              <p:cNvSpPr/>
              <p:nvPr/>
            </p:nvSpPr>
            <p:spPr>
              <a:xfrm rot="10800000">
                <a:off x="8624880" y="435528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" name="Google Shape;172;p15"/>
              <p:cNvSpPr/>
              <p:nvPr/>
            </p:nvSpPr>
            <p:spPr>
              <a:xfrm rot="10800000">
                <a:off x="518400" y="435528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60;p6"/>
          <p:cNvGrpSpPr/>
          <p:nvPr/>
        </p:nvGrpSpPr>
        <p:grpSpPr>
          <a:xfrm>
            <a:off x="518400" y="392400"/>
            <a:ext cx="8107200" cy="4358520"/>
            <a:chOff x="518400" y="392400"/>
            <a:chExt cx="8107200" cy="4358520"/>
          </a:xfrm>
        </p:grpSpPr>
        <p:grpSp>
          <p:nvGrpSpPr>
            <p:cNvPr id="95" name="Google Shape;61;p6"/>
            <p:cNvGrpSpPr/>
            <p:nvPr/>
          </p:nvGrpSpPr>
          <p:grpSpPr>
            <a:xfrm>
              <a:off x="518760" y="392400"/>
              <a:ext cx="8106840" cy="395640"/>
              <a:chOff x="518760" y="392400"/>
              <a:chExt cx="8106840" cy="395640"/>
            </a:xfrm>
          </p:grpSpPr>
          <p:sp>
            <p:nvSpPr>
              <p:cNvPr id="96" name="Google Shape;62;p6"/>
              <p:cNvSpPr/>
              <p:nvPr/>
            </p:nvSpPr>
            <p:spPr>
              <a:xfrm>
                <a:off x="518760" y="397800"/>
                <a:ext cx="81061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" name="Google Shape;63;p6"/>
              <p:cNvSpPr/>
              <p:nvPr/>
            </p:nvSpPr>
            <p:spPr>
              <a:xfrm>
                <a:off x="518760" y="39240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" name="Google Shape;64;p6"/>
              <p:cNvSpPr/>
              <p:nvPr/>
            </p:nvSpPr>
            <p:spPr>
              <a:xfrm>
                <a:off x="8625240" y="39240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99" name="Google Shape;65;p6"/>
            <p:cNvGrpSpPr/>
            <p:nvPr/>
          </p:nvGrpSpPr>
          <p:grpSpPr>
            <a:xfrm>
              <a:off x="518400" y="4355280"/>
              <a:ext cx="8106840" cy="395640"/>
              <a:chOff x="518400" y="4355280"/>
              <a:chExt cx="8106840" cy="395640"/>
            </a:xfrm>
          </p:grpSpPr>
          <p:sp>
            <p:nvSpPr>
              <p:cNvPr id="100" name="Google Shape;66;p6"/>
              <p:cNvSpPr/>
              <p:nvPr/>
            </p:nvSpPr>
            <p:spPr>
              <a:xfrm rot="10800000">
                <a:off x="519120" y="4744800"/>
                <a:ext cx="81061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1" name="Google Shape;67;p6"/>
              <p:cNvSpPr/>
              <p:nvPr/>
            </p:nvSpPr>
            <p:spPr>
              <a:xfrm rot="10800000">
                <a:off x="8624880" y="435528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2" name="Google Shape;68;p6"/>
              <p:cNvSpPr/>
              <p:nvPr/>
            </p:nvSpPr>
            <p:spPr>
              <a:xfrm rot="10800000">
                <a:off x="518400" y="4355280"/>
                <a:ext cx="360" cy="395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rgbClr val="191919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lists.riscv.org/g/tech-unprivileged/attachment/535/0/unpriv-isa-asciidoc.pdf" TargetMode="External"/><Relationship Id="rId2" Type="http://schemas.openxmlformats.org/officeDocument/2006/relationships/hyperlink" Target="https://cburch.com/socs/hymn/doc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assembler.py" TargetMode="External"/><Relationship Id="rId2" Type="http://schemas.openxmlformats.org/officeDocument/2006/relationships/hyperlink" Target="http://assembler.py" TargetMode="External"/><Relationship Id="rId3" Type="http://schemas.openxmlformats.org/officeDocument/2006/relationships/hyperlink" Target="http://decoder.py" TargetMode="External"/><Relationship Id="rId4" Type="http://schemas.openxmlformats.org/officeDocument/2006/relationships/hyperlink" Target="http://isa.py" TargetMode="External"/><Relationship Id="rId5" Type="http://schemas.openxmlformats.org/officeDocument/2006/relationships/hyperlink" Target="http://registers.py" TargetMode="External"/><Relationship Id="rId6" Type="http://schemas.openxmlformats.org/officeDocument/2006/relationships/hyperlink" Target="http://simulation.py" TargetMode="External"/><Relationship Id="rId7" Type="http://schemas.openxmlformats.org/officeDocument/2006/relationships/hyperlink" Target="http://instructions.py" TargetMode="External"/><Relationship Id="rId8" Type="http://schemas.openxmlformats.org/officeDocument/2006/relationships/hyperlink" Target="http://machine.py" TargetMode="External"/><Relationship Id="rId9" Type="http://schemas.openxmlformats.org/officeDocument/2006/relationships/hyperlink" Target="http://executor.py" TargetMode="External"/><Relationship Id="rId10" Type="http://schemas.openxmlformats.org/officeDocument/2006/relationships/slideLayout" Target="../slideLayouts/slideLayout13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NikitaAleksii/AssemblyViz/tree/main/backend/hymn" TargetMode="External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github.com/NikitaAleksii/AssemblyViz/tree/main/backend/riscv" TargetMode="External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13160" y="1252800"/>
            <a:ext cx="4369680" cy="215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900" spc="-1" strike="noStrike">
                <a:solidFill>
                  <a:srgbClr val="191919"/>
                </a:solidFill>
                <a:latin typeface="Sora"/>
                <a:ea typeface="Sora"/>
              </a:rPr>
              <a:t>AssemblyViz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900" spc="-1" strike="noStrike">
                <a:solidFill>
                  <a:srgbClr val="191919"/>
                </a:solidFill>
                <a:latin typeface="Sora"/>
                <a:ea typeface="Sora"/>
              </a:rPr>
              <a:t>Report 1 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713160" y="3414600"/>
            <a:ext cx="4369680" cy="47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191919"/>
                </a:solidFill>
                <a:latin typeface="Open Sans"/>
                <a:ea typeface="Open Sans"/>
              </a:rPr>
              <a:t>Nikita, Robby, Yurda, and Maria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149" name="Google Shape;706;p21"/>
          <p:cNvGrpSpPr/>
          <p:nvPr/>
        </p:nvGrpSpPr>
        <p:grpSpPr>
          <a:xfrm>
            <a:off x="5278320" y="1233360"/>
            <a:ext cx="3374640" cy="2676240"/>
            <a:chOff x="5278320" y="1233360"/>
            <a:chExt cx="3374640" cy="2676240"/>
          </a:xfrm>
        </p:grpSpPr>
        <p:grpSp>
          <p:nvGrpSpPr>
            <p:cNvPr id="150" name="Google Shape;707;p21"/>
            <p:cNvGrpSpPr/>
            <p:nvPr/>
          </p:nvGrpSpPr>
          <p:grpSpPr>
            <a:xfrm>
              <a:off x="8514000" y="2634840"/>
              <a:ext cx="138960" cy="138960"/>
              <a:chOff x="8514000" y="2634840"/>
              <a:chExt cx="138960" cy="138960"/>
            </a:xfrm>
          </p:grpSpPr>
          <p:sp>
            <p:nvSpPr>
              <p:cNvPr id="151" name="Google Shape;708;p21"/>
              <p:cNvSpPr/>
              <p:nvPr/>
            </p:nvSpPr>
            <p:spPr>
              <a:xfrm>
                <a:off x="8580240" y="2634840"/>
                <a:ext cx="6120" cy="43560"/>
              </a:xfrm>
              <a:custGeom>
                <a:avLst/>
                <a:gdLst/>
                <a:ahLst/>
                <a:rect l="l" t="t" r="r" b="b"/>
                <a:pathLst>
                  <a:path w="112" h="743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2" name="Google Shape;709;p21"/>
              <p:cNvSpPr/>
              <p:nvPr/>
            </p:nvSpPr>
            <p:spPr>
              <a:xfrm>
                <a:off x="8580240" y="2730240"/>
                <a:ext cx="6120" cy="43560"/>
              </a:xfrm>
              <a:custGeom>
                <a:avLst/>
                <a:gdLst/>
                <a:ahLst/>
                <a:rect l="l" t="t" r="r" b="b"/>
                <a:pathLst>
                  <a:path w="112" h="743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3" name="Google Shape;710;p21"/>
              <p:cNvSpPr/>
              <p:nvPr/>
            </p:nvSpPr>
            <p:spPr>
              <a:xfrm>
                <a:off x="8609400" y="2701080"/>
                <a:ext cx="43560" cy="6120"/>
              </a:xfrm>
              <a:custGeom>
                <a:avLst/>
                <a:gdLst/>
                <a:ahLst/>
                <a:rect l="l" t="t" r="r" b="b"/>
                <a:pathLst>
                  <a:path w="743" h="112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4" name="Google Shape;711;p21"/>
              <p:cNvSpPr/>
              <p:nvPr/>
            </p:nvSpPr>
            <p:spPr>
              <a:xfrm>
                <a:off x="8514000" y="2701080"/>
                <a:ext cx="43560" cy="6120"/>
              </a:xfrm>
              <a:custGeom>
                <a:avLst/>
                <a:gdLst/>
                <a:ahLst/>
                <a:rect l="l" t="t" r="r" b="b"/>
                <a:pathLst>
                  <a:path w="743" h="112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5" name="Google Shape;712;p21"/>
              <p:cNvSpPr/>
              <p:nvPr/>
            </p:nvSpPr>
            <p:spPr>
              <a:xfrm>
                <a:off x="8533080" y="2721240"/>
                <a:ext cx="33480" cy="33120"/>
              </a:xfrm>
              <a:custGeom>
                <a:avLst/>
                <a:gdLst/>
                <a:ahLst/>
                <a:rect l="l" t="t" r="r" b="b"/>
                <a:pathLst>
                  <a:path w="576" h="569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6" name="Google Shape;713;p21"/>
              <p:cNvSpPr/>
              <p:nvPr/>
            </p:nvSpPr>
            <p:spPr>
              <a:xfrm>
                <a:off x="8600400" y="2653920"/>
                <a:ext cx="33480" cy="32760"/>
              </a:xfrm>
              <a:custGeom>
                <a:avLst/>
                <a:gdLst/>
                <a:ahLst/>
                <a:rect l="l" t="t" r="r" b="b"/>
                <a:pathLst>
                  <a:path w="576" h="56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7" name="Google Shape;714;p21"/>
              <p:cNvSpPr/>
              <p:nvPr/>
            </p:nvSpPr>
            <p:spPr>
              <a:xfrm>
                <a:off x="8533080" y="2653920"/>
                <a:ext cx="33480" cy="32760"/>
              </a:xfrm>
              <a:custGeom>
                <a:avLst/>
                <a:gdLst/>
                <a:ahLst/>
                <a:rect l="l" t="t" r="r" b="b"/>
                <a:pathLst>
                  <a:path w="576" h="56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8" name="Google Shape;715;p21"/>
              <p:cNvSpPr/>
              <p:nvPr/>
            </p:nvSpPr>
            <p:spPr>
              <a:xfrm>
                <a:off x="8600400" y="2721240"/>
                <a:ext cx="33480" cy="33120"/>
              </a:xfrm>
              <a:custGeom>
                <a:avLst/>
                <a:gdLst/>
                <a:ahLst/>
                <a:rect l="l" t="t" r="r" b="b"/>
                <a:pathLst>
                  <a:path w="576" h="569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59" name="Google Shape;716;p21"/>
            <p:cNvSpPr/>
            <p:nvPr/>
          </p:nvSpPr>
          <p:spPr>
            <a:xfrm>
              <a:off x="6886800" y="3351600"/>
              <a:ext cx="323280" cy="155160"/>
            </a:xfrm>
            <a:custGeom>
              <a:avLst/>
              <a:gdLst/>
              <a:ahLst/>
              <a:rect l="l" t="t" r="r" b="b"/>
              <a:pathLst>
                <a:path w="5484" h="2636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Google Shape;717;p21"/>
            <p:cNvSpPr/>
            <p:nvPr/>
          </p:nvSpPr>
          <p:spPr>
            <a:xfrm>
              <a:off x="6177960" y="2012760"/>
              <a:ext cx="6120" cy="77040"/>
            </a:xfrm>
            <a:custGeom>
              <a:avLst/>
              <a:gdLst/>
              <a:ahLst/>
              <a:rect l="l" t="t" r="r" b="b"/>
              <a:pathLst>
                <a:path w="112" h="1309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Google Shape;718;p21"/>
            <p:cNvSpPr/>
            <p:nvPr/>
          </p:nvSpPr>
          <p:spPr>
            <a:xfrm>
              <a:off x="6474240" y="1841040"/>
              <a:ext cx="326880" cy="131040"/>
            </a:xfrm>
            <a:custGeom>
              <a:avLst/>
              <a:gdLst/>
              <a:ahLst/>
              <a:rect l="l" t="t" r="r" b="b"/>
              <a:pathLst>
                <a:path w="5548" h="2227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Google Shape;719;p21"/>
            <p:cNvSpPr/>
            <p:nvPr/>
          </p:nvSpPr>
          <p:spPr>
            <a:xfrm>
              <a:off x="7509960" y="2194560"/>
              <a:ext cx="422640" cy="165600"/>
            </a:xfrm>
            <a:custGeom>
              <a:avLst/>
              <a:gdLst/>
              <a:ahLst/>
              <a:rect l="l" t="t" r="r" b="b"/>
              <a:pathLst>
                <a:path w="7172" h="2812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Google Shape;720;p21"/>
            <p:cNvSpPr/>
            <p:nvPr/>
          </p:nvSpPr>
          <p:spPr>
            <a:xfrm>
              <a:off x="7710840" y="2979000"/>
              <a:ext cx="84960" cy="160200"/>
            </a:xfrm>
            <a:custGeom>
              <a:avLst/>
              <a:gdLst/>
              <a:ahLst/>
              <a:rect l="l" t="t" r="r" b="b"/>
              <a:pathLst>
                <a:path w="1448" h="2719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Google Shape;721;p21"/>
            <p:cNvSpPr/>
            <p:nvPr/>
          </p:nvSpPr>
          <p:spPr>
            <a:xfrm>
              <a:off x="8370360" y="1281240"/>
              <a:ext cx="108000" cy="108000"/>
            </a:xfrm>
            <a:custGeom>
              <a:avLst/>
              <a:gdLst/>
              <a:ahLst/>
              <a:rect l="l" t="t" r="r" b="b"/>
              <a:pathLst>
                <a:path w="1838" h="1837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Google Shape;722;p21"/>
            <p:cNvSpPr/>
            <p:nvPr/>
          </p:nvSpPr>
          <p:spPr>
            <a:xfrm>
              <a:off x="6635160" y="1391760"/>
              <a:ext cx="121320" cy="120600"/>
            </a:xfrm>
            <a:custGeom>
              <a:avLst/>
              <a:gdLst/>
              <a:ahLst/>
              <a:rect l="l" t="t" r="r" b="b"/>
              <a:pathLst>
                <a:path w="2060" h="2052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Google Shape;723;p21"/>
            <p:cNvSpPr/>
            <p:nvPr/>
          </p:nvSpPr>
          <p:spPr>
            <a:xfrm>
              <a:off x="5619240" y="1500480"/>
              <a:ext cx="6840" cy="43920"/>
            </a:xfrm>
            <a:custGeom>
              <a:avLst/>
              <a:gdLst/>
              <a:ahLst/>
              <a:rect l="l" t="t" r="r" b="b"/>
              <a:pathLst>
                <a:path w="122" h="752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Google Shape;724;p21"/>
            <p:cNvSpPr/>
            <p:nvPr/>
          </p:nvSpPr>
          <p:spPr>
            <a:xfrm>
              <a:off x="5619240" y="1595880"/>
              <a:ext cx="6840" cy="43920"/>
            </a:xfrm>
            <a:custGeom>
              <a:avLst/>
              <a:gdLst/>
              <a:ahLst/>
              <a:rect l="l" t="t" r="r" b="b"/>
              <a:pathLst>
                <a:path w="122" h="752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Google Shape;725;p21"/>
            <p:cNvSpPr/>
            <p:nvPr/>
          </p:nvSpPr>
          <p:spPr>
            <a:xfrm>
              <a:off x="5648400" y="1566720"/>
              <a:ext cx="43920" cy="6840"/>
            </a:xfrm>
            <a:custGeom>
              <a:avLst/>
              <a:gdLst/>
              <a:ahLst/>
              <a:rect l="l" t="t" r="r" b="b"/>
              <a:pathLst>
                <a:path w="752" h="122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Google Shape;726;p21"/>
            <p:cNvSpPr/>
            <p:nvPr/>
          </p:nvSpPr>
          <p:spPr>
            <a:xfrm>
              <a:off x="5553000" y="1566720"/>
              <a:ext cx="43920" cy="6840"/>
            </a:xfrm>
            <a:custGeom>
              <a:avLst/>
              <a:gdLst/>
              <a:ahLst/>
              <a:rect l="l" t="t" r="r" b="b"/>
              <a:pathLst>
                <a:path w="752" h="122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Google Shape;727;p21"/>
            <p:cNvSpPr/>
            <p:nvPr/>
          </p:nvSpPr>
          <p:spPr>
            <a:xfrm>
              <a:off x="5576040" y="1590840"/>
              <a:ext cx="25920" cy="2592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Google Shape;728;p21"/>
            <p:cNvSpPr/>
            <p:nvPr/>
          </p:nvSpPr>
          <p:spPr>
            <a:xfrm>
              <a:off x="5572080" y="1587240"/>
              <a:ext cx="33480" cy="32760"/>
            </a:xfrm>
            <a:custGeom>
              <a:avLst/>
              <a:gdLst/>
              <a:ahLst/>
              <a:rect l="l" t="t" r="r" b="b"/>
              <a:pathLst>
                <a:path w="576" h="562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Google Shape;729;p21"/>
            <p:cNvSpPr/>
            <p:nvPr/>
          </p:nvSpPr>
          <p:spPr>
            <a:xfrm>
              <a:off x="5643360" y="1523520"/>
              <a:ext cx="25920" cy="2592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Google Shape;730;p21"/>
            <p:cNvSpPr/>
            <p:nvPr/>
          </p:nvSpPr>
          <p:spPr>
            <a:xfrm>
              <a:off x="5639400" y="1519920"/>
              <a:ext cx="33480" cy="32760"/>
            </a:xfrm>
            <a:custGeom>
              <a:avLst/>
              <a:gdLst/>
              <a:ahLst/>
              <a:rect l="l" t="t" r="r" b="b"/>
              <a:pathLst>
                <a:path w="576" h="562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Google Shape;731;p21"/>
            <p:cNvSpPr/>
            <p:nvPr/>
          </p:nvSpPr>
          <p:spPr>
            <a:xfrm>
              <a:off x="5576040" y="1523520"/>
              <a:ext cx="25920" cy="2592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Google Shape;732;p21"/>
            <p:cNvSpPr/>
            <p:nvPr/>
          </p:nvSpPr>
          <p:spPr>
            <a:xfrm>
              <a:off x="5572080" y="1519920"/>
              <a:ext cx="33480" cy="32760"/>
            </a:xfrm>
            <a:custGeom>
              <a:avLst/>
              <a:gdLst/>
              <a:ahLst/>
              <a:rect l="l" t="t" r="r" b="b"/>
              <a:pathLst>
                <a:path w="576" h="562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Google Shape;733;p21"/>
            <p:cNvSpPr/>
            <p:nvPr/>
          </p:nvSpPr>
          <p:spPr>
            <a:xfrm>
              <a:off x="5643360" y="1590840"/>
              <a:ext cx="25920" cy="2592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Google Shape;734;p21"/>
            <p:cNvSpPr/>
            <p:nvPr/>
          </p:nvSpPr>
          <p:spPr>
            <a:xfrm>
              <a:off x="5639400" y="1587240"/>
              <a:ext cx="33480" cy="32760"/>
            </a:xfrm>
            <a:custGeom>
              <a:avLst/>
              <a:gdLst/>
              <a:ahLst/>
              <a:rect l="l" t="t" r="r" b="b"/>
              <a:pathLst>
                <a:path w="576" h="562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Google Shape;735;p21"/>
            <p:cNvSpPr/>
            <p:nvPr/>
          </p:nvSpPr>
          <p:spPr>
            <a:xfrm>
              <a:off x="8510400" y="2028600"/>
              <a:ext cx="25920" cy="25560"/>
            </a:xfrm>
            <a:custGeom>
              <a:avLst/>
              <a:gdLst/>
              <a:ahLst/>
              <a:rect l="l" t="t" r="r" b="b"/>
              <a:pathLst>
                <a:path w="446" h="437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Google Shape;736;p21"/>
            <p:cNvSpPr/>
            <p:nvPr/>
          </p:nvSpPr>
          <p:spPr>
            <a:xfrm>
              <a:off x="8510400" y="1960920"/>
              <a:ext cx="25920" cy="2592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Google Shape;737;p21"/>
            <p:cNvSpPr/>
            <p:nvPr/>
          </p:nvSpPr>
          <p:spPr>
            <a:xfrm>
              <a:off x="7304040" y="2913120"/>
              <a:ext cx="6120" cy="43560"/>
            </a:xfrm>
            <a:custGeom>
              <a:avLst/>
              <a:gdLst/>
              <a:ahLst/>
              <a:rect l="l" t="t" r="r" b="b"/>
              <a:pathLst>
                <a:path w="112" h="743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Google Shape;738;p21"/>
            <p:cNvSpPr/>
            <p:nvPr/>
          </p:nvSpPr>
          <p:spPr>
            <a:xfrm>
              <a:off x="7304040" y="3008520"/>
              <a:ext cx="6120" cy="43560"/>
            </a:xfrm>
            <a:custGeom>
              <a:avLst/>
              <a:gdLst/>
              <a:ahLst/>
              <a:rect l="l" t="t" r="r" b="b"/>
              <a:pathLst>
                <a:path w="112" h="743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Google Shape;739;p21"/>
            <p:cNvSpPr/>
            <p:nvPr/>
          </p:nvSpPr>
          <p:spPr>
            <a:xfrm>
              <a:off x="7333200" y="2979360"/>
              <a:ext cx="43560" cy="6120"/>
            </a:xfrm>
            <a:custGeom>
              <a:avLst/>
              <a:gdLst/>
              <a:ahLst/>
              <a:rect l="l" t="t" r="r" b="b"/>
              <a:pathLst>
                <a:path w="743" h="112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Google Shape;740;p21"/>
            <p:cNvSpPr/>
            <p:nvPr/>
          </p:nvSpPr>
          <p:spPr>
            <a:xfrm>
              <a:off x="7237800" y="2979360"/>
              <a:ext cx="43560" cy="6120"/>
            </a:xfrm>
            <a:custGeom>
              <a:avLst/>
              <a:gdLst/>
              <a:ahLst/>
              <a:rect l="l" t="t" r="r" b="b"/>
              <a:pathLst>
                <a:path w="743" h="112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Google Shape;741;p21"/>
            <p:cNvSpPr/>
            <p:nvPr/>
          </p:nvSpPr>
          <p:spPr>
            <a:xfrm>
              <a:off x="7260840" y="3003120"/>
              <a:ext cx="25560" cy="25920"/>
            </a:xfrm>
            <a:custGeom>
              <a:avLst/>
              <a:gdLst/>
              <a:ahLst/>
              <a:rect l="l" t="t" r="r" b="b"/>
              <a:pathLst>
                <a:path w="437" h="446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Google Shape;742;p21"/>
            <p:cNvSpPr/>
            <p:nvPr/>
          </p:nvSpPr>
          <p:spPr>
            <a:xfrm>
              <a:off x="7256880" y="2999520"/>
              <a:ext cx="33480" cy="33120"/>
            </a:xfrm>
            <a:custGeom>
              <a:avLst/>
              <a:gdLst/>
              <a:ahLst/>
              <a:rect l="l" t="t" r="r" b="b"/>
              <a:pathLst>
                <a:path w="576" h="569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Google Shape;743;p21"/>
            <p:cNvSpPr/>
            <p:nvPr/>
          </p:nvSpPr>
          <p:spPr>
            <a:xfrm>
              <a:off x="7328160" y="2935800"/>
              <a:ext cx="25920" cy="25920"/>
            </a:xfrm>
            <a:custGeom>
              <a:avLst/>
              <a:gdLst/>
              <a:ahLst/>
              <a:rect l="l" t="t" r="r" b="b"/>
              <a:pathLst>
                <a:path w="447" h="446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Google Shape;744;p21"/>
            <p:cNvSpPr/>
            <p:nvPr/>
          </p:nvSpPr>
          <p:spPr>
            <a:xfrm>
              <a:off x="7324200" y="2932200"/>
              <a:ext cx="33480" cy="32760"/>
            </a:xfrm>
            <a:custGeom>
              <a:avLst/>
              <a:gdLst/>
              <a:ahLst/>
              <a:rect l="l" t="t" r="r" b="b"/>
              <a:pathLst>
                <a:path w="576" h="56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Google Shape;745;p21"/>
            <p:cNvSpPr/>
            <p:nvPr/>
          </p:nvSpPr>
          <p:spPr>
            <a:xfrm>
              <a:off x="7260840" y="2935800"/>
              <a:ext cx="25560" cy="25920"/>
            </a:xfrm>
            <a:custGeom>
              <a:avLst/>
              <a:gdLst/>
              <a:ahLst/>
              <a:rect l="l" t="t" r="r" b="b"/>
              <a:pathLst>
                <a:path w="437" h="446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Google Shape;746;p21"/>
            <p:cNvSpPr/>
            <p:nvPr/>
          </p:nvSpPr>
          <p:spPr>
            <a:xfrm>
              <a:off x="7256880" y="2932200"/>
              <a:ext cx="33480" cy="32760"/>
            </a:xfrm>
            <a:custGeom>
              <a:avLst/>
              <a:gdLst/>
              <a:ahLst/>
              <a:rect l="l" t="t" r="r" b="b"/>
              <a:pathLst>
                <a:path w="576" h="56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Google Shape;747;p21"/>
            <p:cNvSpPr/>
            <p:nvPr/>
          </p:nvSpPr>
          <p:spPr>
            <a:xfrm>
              <a:off x="7328160" y="3003120"/>
              <a:ext cx="25920" cy="25920"/>
            </a:xfrm>
            <a:custGeom>
              <a:avLst/>
              <a:gdLst/>
              <a:ahLst/>
              <a:rect l="l" t="t" r="r" b="b"/>
              <a:pathLst>
                <a:path w="447" h="446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Google Shape;748;p21"/>
            <p:cNvSpPr/>
            <p:nvPr/>
          </p:nvSpPr>
          <p:spPr>
            <a:xfrm>
              <a:off x="7324200" y="2999520"/>
              <a:ext cx="33480" cy="33120"/>
            </a:xfrm>
            <a:custGeom>
              <a:avLst/>
              <a:gdLst/>
              <a:ahLst/>
              <a:rect l="l" t="t" r="r" b="b"/>
              <a:pathLst>
                <a:path w="576" h="569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Google Shape;749;p21"/>
            <p:cNvSpPr/>
            <p:nvPr/>
          </p:nvSpPr>
          <p:spPr>
            <a:xfrm>
              <a:off x="6531840" y="1899720"/>
              <a:ext cx="52200" cy="51840"/>
            </a:xfrm>
            <a:custGeom>
              <a:avLst/>
              <a:gdLst/>
              <a:ahLst/>
              <a:rect l="l" t="t" r="r" b="b"/>
              <a:pathLst>
                <a:path w="891" h="882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Google Shape;750;p21"/>
            <p:cNvSpPr/>
            <p:nvPr/>
          </p:nvSpPr>
          <p:spPr>
            <a:xfrm>
              <a:off x="8416080" y="1717920"/>
              <a:ext cx="46800" cy="47160"/>
            </a:xfrm>
            <a:custGeom>
              <a:avLst/>
              <a:gdLst/>
              <a:ahLst/>
              <a:rect l="l" t="t" r="r" b="b"/>
              <a:pathLst>
                <a:path w="799" h="808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Google Shape;751;p21"/>
            <p:cNvSpPr/>
            <p:nvPr/>
          </p:nvSpPr>
          <p:spPr>
            <a:xfrm>
              <a:off x="8352720" y="3635640"/>
              <a:ext cx="33120" cy="33120"/>
            </a:xfrm>
            <a:custGeom>
              <a:avLst/>
              <a:gdLst/>
              <a:ahLst/>
              <a:rect l="l" t="t" r="r" b="b"/>
              <a:pathLst>
                <a:path w="567" h="567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Google Shape;752;p21"/>
            <p:cNvSpPr/>
            <p:nvPr/>
          </p:nvSpPr>
          <p:spPr>
            <a:xfrm>
              <a:off x="5779440" y="1263600"/>
              <a:ext cx="33120" cy="32400"/>
            </a:xfrm>
            <a:custGeom>
              <a:avLst/>
              <a:gdLst/>
              <a:ahLst/>
              <a:rect l="l" t="t" r="r" b="b"/>
              <a:pathLst>
                <a:path w="567" h="557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Google Shape;753;p21"/>
            <p:cNvSpPr/>
            <p:nvPr/>
          </p:nvSpPr>
          <p:spPr>
            <a:xfrm>
              <a:off x="6973560" y="1391760"/>
              <a:ext cx="517680" cy="515160"/>
            </a:xfrm>
            <a:custGeom>
              <a:avLst/>
              <a:gdLst/>
              <a:ahLst/>
              <a:rect l="l" t="t" r="r" b="b"/>
              <a:pathLst>
                <a:path w="8777" h="874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Google Shape;754;p21"/>
            <p:cNvSpPr/>
            <p:nvPr/>
          </p:nvSpPr>
          <p:spPr>
            <a:xfrm>
              <a:off x="7861320" y="2784960"/>
              <a:ext cx="652320" cy="650880"/>
            </a:xfrm>
            <a:custGeom>
              <a:avLst/>
              <a:gdLst/>
              <a:ahLst/>
              <a:rect l="l" t="t" r="r" b="b"/>
              <a:pathLst>
                <a:path w="11059" h="11035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Google Shape;755;p21"/>
            <p:cNvSpPr/>
            <p:nvPr/>
          </p:nvSpPr>
          <p:spPr>
            <a:xfrm>
              <a:off x="5479560" y="3804480"/>
              <a:ext cx="1410840" cy="6120"/>
            </a:xfrm>
            <a:custGeom>
              <a:avLst/>
              <a:gdLst/>
              <a:ahLst/>
              <a:rect l="l" t="t" r="r" b="b"/>
              <a:pathLst>
                <a:path w="23916" h="112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Google Shape;756;p21"/>
            <p:cNvSpPr/>
            <p:nvPr/>
          </p:nvSpPr>
          <p:spPr>
            <a:xfrm>
              <a:off x="5745240" y="3895920"/>
              <a:ext cx="879480" cy="6120"/>
            </a:xfrm>
            <a:custGeom>
              <a:avLst/>
              <a:gdLst/>
              <a:ahLst/>
              <a:rect l="l" t="t" r="r" b="b"/>
              <a:pathLst>
                <a:path w="14909" h="112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Google Shape;757;p21"/>
            <p:cNvSpPr/>
            <p:nvPr/>
          </p:nvSpPr>
          <p:spPr>
            <a:xfrm>
              <a:off x="7237080" y="3162960"/>
              <a:ext cx="958320" cy="662400"/>
            </a:xfrm>
            <a:custGeom>
              <a:avLst/>
              <a:gdLst/>
              <a:ahLst/>
              <a:rect l="l" t="t" r="r" b="b"/>
              <a:pathLst>
                <a:path w="16245" h="11235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Google Shape;758;p21"/>
            <p:cNvSpPr/>
            <p:nvPr/>
          </p:nvSpPr>
          <p:spPr>
            <a:xfrm>
              <a:off x="7233480" y="3159720"/>
              <a:ext cx="965880" cy="669240"/>
            </a:xfrm>
            <a:custGeom>
              <a:avLst/>
              <a:gdLst/>
              <a:ahLst/>
              <a:rect l="l" t="t" r="r" b="b"/>
              <a:pathLst>
                <a:path w="16375" h="11346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Google Shape;759;p21"/>
            <p:cNvSpPr/>
            <p:nvPr/>
          </p:nvSpPr>
          <p:spPr>
            <a:xfrm>
              <a:off x="7307280" y="3226320"/>
              <a:ext cx="817920" cy="535680"/>
            </a:xfrm>
            <a:custGeom>
              <a:avLst/>
              <a:gdLst/>
              <a:ahLst/>
              <a:rect l="l" t="t" r="r" b="b"/>
              <a:pathLst>
                <a:path w="13869" h="9083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Google Shape;760;p21"/>
            <p:cNvSpPr/>
            <p:nvPr/>
          </p:nvSpPr>
          <p:spPr>
            <a:xfrm>
              <a:off x="7303320" y="3223080"/>
              <a:ext cx="825120" cy="542160"/>
            </a:xfrm>
            <a:custGeom>
              <a:avLst/>
              <a:gdLst/>
              <a:ahLst/>
              <a:rect l="l" t="t" r="r" b="b"/>
              <a:pathLst>
                <a:path w="13990" h="9194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Google Shape;761;p21"/>
            <p:cNvSpPr/>
            <p:nvPr/>
          </p:nvSpPr>
          <p:spPr>
            <a:xfrm>
              <a:off x="7303320" y="3389400"/>
              <a:ext cx="6840" cy="180360"/>
            </a:xfrm>
            <a:custGeom>
              <a:avLst/>
              <a:gdLst/>
              <a:ahLst/>
              <a:rect l="l" t="t" r="r" b="b"/>
              <a:pathLst>
                <a:path w="121" h="3063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Google Shape;762;p21"/>
            <p:cNvSpPr/>
            <p:nvPr/>
          </p:nvSpPr>
          <p:spPr>
            <a:xfrm>
              <a:off x="7705800" y="3184920"/>
              <a:ext cx="20880" cy="20880"/>
            </a:xfrm>
            <a:custGeom>
              <a:avLst/>
              <a:gdLst/>
              <a:ahLst/>
              <a:rect l="l" t="t" r="r" b="b"/>
              <a:pathLst>
                <a:path w="363" h="363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Google Shape;763;p21"/>
            <p:cNvSpPr/>
            <p:nvPr/>
          </p:nvSpPr>
          <p:spPr>
            <a:xfrm>
              <a:off x="7080120" y="3820680"/>
              <a:ext cx="1272240" cy="85680"/>
            </a:xfrm>
            <a:custGeom>
              <a:avLst/>
              <a:gdLst/>
              <a:ahLst/>
              <a:rect l="l" t="t" r="r" b="b"/>
              <a:pathLst>
                <a:path w="21569" h="1458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Google Shape;764;p21"/>
            <p:cNvSpPr/>
            <p:nvPr/>
          </p:nvSpPr>
          <p:spPr>
            <a:xfrm>
              <a:off x="7076880" y="3817440"/>
              <a:ext cx="1278720" cy="92160"/>
            </a:xfrm>
            <a:custGeom>
              <a:avLst/>
              <a:gdLst/>
              <a:ahLst/>
              <a:rect l="l" t="t" r="r" b="b"/>
              <a:pathLst>
                <a:path w="21681" h="1568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Google Shape;765;p21"/>
            <p:cNvSpPr/>
            <p:nvPr/>
          </p:nvSpPr>
          <p:spPr>
            <a:xfrm>
              <a:off x="7088760" y="3883320"/>
              <a:ext cx="1254960" cy="6120"/>
            </a:xfrm>
            <a:custGeom>
              <a:avLst/>
              <a:gdLst/>
              <a:ahLst/>
              <a:rect l="l" t="t" r="r" b="b"/>
              <a:pathLst>
                <a:path w="21273" h="112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Google Shape;766;p21"/>
            <p:cNvSpPr/>
            <p:nvPr/>
          </p:nvSpPr>
          <p:spPr>
            <a:xfrm>
              <a:off x="7594560" y="3826080"/>
              <a:ext cx="242640" cy="26640"/>
            </a:xfrm>
            <a:custGeom>
              <a:avLst/>
              <a:gdLst/>
              <a:ahLst/>
              <a:rect l="l" t="t" r="r" b="b"/>
              <a:pathLst>
                <a:path w="4120" h="456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Google Shape;767;p21"/>
            <p:cNvSpPr/>
            <p:nvPr/>
          </p:nvSpPr>
          <p:spPr>
            <a:xfrm>
              <a:off x="7591320" y="3822480"/>
              <a:ext cx="249840" cy="33480"/>
            </a:xfrm>
            <a:custGeom>
              <a:avLst/>
              <a:gdLst/>
              <a:ahLst/>
              <a:rect l="l" t="t" r="r" b="b"/>
              <a:pathLst>
                <a:path w="4241" h="576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Google Shape;768;p21"/>
            <p:cNvSpPr/>
            <p:nvPr/>
          </p:nvSpPr>
          <p:spPr>
            <a:xfrm>
              <a:off x="7470360" y="3328200"/>
              <a:ext cx="438840" cy="374760"/>
            </a:xfrm>
            <a:custGeom>
              <a:avLst/>
              <a:gdLst/>
              <a:ahLst/>
              <a:rect l="l" t="t" r="r" b="b"/>
              <a:pathLst>
                <a:path w="7441" h="6356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Google Shape;769;p21"/>
            <p:cNvSpPr/>
            <p:nvPr/>
          </p:nvSpPr>
          <p:spPr>
            <a:xfrm>
              <a:off x="7499520" y="3298680"/>
              <a:ext cx="438840" cy="374760"/>
            </a:xfrm>
            <a:custGeom>
              <a:avLst/>
              <a:gdLst/>
              <a:ahLst/>
              <a:rect l="l" t="t" r="r" b="b"/>
              <a:pathLst>
                <a:path w="7441" h="6356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Google Shape;770;p21"/>
            <p:cNvSpPr/>
            <p:nvPr/>
          </p:nvSpPr>
          <p:spPr>
            <a:xfrm>
              <a:off x="7496280" y="3294720"/>
              <a:ext cx="445320" cy="382320"/>
            </a:xfrm>
            <a:custGeom>
              <a:avLst/>
              <a:gdLst/>
              <a:ahLst/>
              <a:rect l="l" t="t" r="r" b="b"/>
              <a:pathLst>
                <a:path w="7552" h="6486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Google Shape;771;p21"/>
            <p:cNvSpPr/>
            <p:nvPr/>
          </p:nvSpPr>
          <p:spPr>
            <a:xfrm>
              <a:off x="7567200" y="3496320"/>
              <a:ext cx="302400" cy="40320"/>
            </a:xfrm>
            <a:custGeom>
              <a:avLst/>
              <a:gdLst/>
              <a:ahLst/>
              <a:rect l="l" t="t" r="r" b="b"/>
              <a:pathLst>
                <a:path w="5131" h="688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Google Shape;772;p21"/>
            <p:cNvSpPr/>
            <p:nvPr/>
          </p:nvSpPr>
          <p:spPr>
            <a:xfrm>
              <a:off x="7563600" y="3493080"/>
              <a:ext cx="309600" cy="46800"/>
            </a:xfrm>
            <a:custGeom>
              <a:avLst/>
              <a:gdLst/>
              <a:ahLst/>
              <a:rect l="l" t="t" r="r" b="b"/>
              <a:pathLst>
                <a:path w="5252" h="798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Google Shape;773;p21"/>
            <p:cNvSpPr/>
            <p:nvPr/>
          </p:nvSpPr>
          <p:spPr>
            <a:xfrm>
              <a:off x="7599960" y="3507120"/>
              <a:ext cx="234360" cy="16560"/>
            </a:xfrm>
            <a:custGeom>
              <a:avLst/>
              <a:gdLst/>
              <a:ahLst/>
              <a:rect l="l" t="t" r="r" b="b"/>
              <a:pathLst>
                <a:path w="3980" h="288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Google Shape;774;p21"/>
            <p:cNvSpPr/>
            <p:nvPr/>
          </p:nvSpPr>
          <p:spPr>
            <a:xfrm>
              <a:off x="7619400" y="3559320"/>
              <a:ext cx="198000" cy="23400"/>
            </a:xfrm>
            <a:custGeom>
              <a:avLst/>
              <a:gdLst/>
              <a:ahLst/>
              <a:rect l="l" t="t" r="r" b="b"/>
              <a:pathLst>
                <a:path w="3360" h="40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Google Shape;775;p21"/>
            <p:cNvSpPr/>
            <p:nvPr/>
          </p:nvSpPr>
          <p:spPr>
            <a:xfrm>
              <a:off x="7616160" y="3555720"/>
              <a:ext cx="204480" cy="30240"/>
            </a:xfrm>
            <a:custGeom>
              <a:avLst/>
              <a:gdLst/>
              <a:ahLst/>
              <a:rect l="l" t="t" r="r" b="b"/>
              <a:pathLst>
                <a:path w="3470" h="521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Google Shape;776;p21"/>
            <p:cNvSpPr/>
            <p:nvPr/>
          </p:nvSpPr>
          <p:spPr>
            <a:xfrm>
              <a:off x="7659360" y="3565080"/>
              <a:ext cx="11160" cy="11160"/>
            </a:xfrm>
            <a:custGeom>
              <a:avLst/>
              <a:gdLst/>
              <a:ahLst/>
              <a:rect l="l" t="t" r="r" b="b"/>
              <a:pathLst>
                <a:path w="195" h="196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Google Shape;777;p21"/>
            <p:cNvSpPr/>
            <p:nvPr/>
          </p:nvSpPr>
          <p:spPr>
            <a:xfrm>
              <a:off x="7681320" y="356508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Google Shape;778;p21"/>
            <p:cNvSpPr/>
            <p:nvPr/>
          </p:nvSpPr>
          <p:spPr>
            <a:xfrm>
              <a:off x="7701840" y="3565080"/>
              <a:ext cx="10800" cy="11160"/>
            </a:xfrm>
            <a:custGeom>
              <a:avLst/>
              <a:gdLst/>
              <a:ahLst/>
              <a:rect l="l" t="t" r="r" b="b"/>
              <a:pathLst>
                <a:path w="187" h="196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Google Shape;779;p21"/>
            <p:cNvSpPr/>
            <p:nvPr/>
          </p:nvSpPr>
          <p:spPr>
            <a:xfrm>
              <a:off x="7723800" y="3565080"/>
              <a:ext cx="10800" cy="11160"/>
            </a:xfrm>
            <a:custGeom>
              <a:avLst/>
              <a:gdLst/>
              <a:ahLst/>
              <a:rect l="l" t="t" r="r" b="b"/>
              <a:pathLst>
                <a:path w="187" h="196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Google Shape;780;p21"/>
            <p:cNvSpPr/>
            <p:nvPr/>
          </p:nvSpPr>
          <p:spPr>
            <a:xfrm>
              <a:off x="7744680" y="356508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Google Shape;781;p21"/>
            <p:cNvSpPr/>
            <p:nvPr/>
          </p:nvSpPr>
          <p:spPr>
            <a:xfrm>
              <a:off x="7766640" y="356508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Google Shape;782;p21"/>
            <p:cNvSpPr/>
            <p:nvPr/>
          </p:nvSpPr>
          <p:spPr>
            <a:xfrm>
              <a:off x="7654680" y="3342240"/>
              <a:ext cx="126720" cy="126720"/>
            </a:xfrm>
            <a:custGeom>
              <a:avLst/>
              <a:gdLst/>
              <a:ahLst/>
              <a:rect l="l" t="t" r="r" b="b"/>
              <a:pathLst>
                <a:path w="2154" h="2154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Google Shape;783;p21"/>
            <p:cNvSpPr/>
            <p:nvPr/>
          </p:nvSpPr>
          <p:spPr>
            <a:xfrm>
              <a:off x="7651440" y="3339000"/>
              <a:ext cx="133200" cy="133200"/>
            </a:xfrm>
            <a:custGeom>
              <a:avLst/>
              <a:gdLst/>
              <a:ahLst/>
              <a:rect l="l" t="t" r="r" b="b"/>
              <a:pathLst>
                <a:path w="2264" h="2264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Google Shape;784;p21"/>
            <p:cNvSpPr/>
            <p:nvPr/>
          </p:nvSpPr>
          <p:spPr>
            <a:xfrm>
              <a:off x="7690320" y="3409560"/>
              <a:ext cx="56160" cy="28080"/>
            </a:xfrm>
            <a:custGeom>
              <a:avLst/>
              <a:gdLst/>
              <a:ahLst/>
              <a:rect l="l" t="t" r="r" b="b"/>
              <a:pathLst>
                <a:path w="957" h="484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Google Shape;785;p21"/>
            <p:cNvSpPr/>
            <p:nvPr/>
          </p:nvSpPr>
          <p:spPr>
            <a:xfrm>
              <a:off x="7686720" y="3406320"/>
              <a:ext cx="63360" cy="34920"/>
            </a:xfrm>
            <a:custGeom>
              <a:avLst/>
              <a:gdLst/>
              <a:ahLst/>
              <a:rect l="l" t="t" r="r" b="b"/>
              <a:pathLst>
                <a:path w="1078" h="595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Google Shape;786;p21"/>
            <p:cNvSpPr/>
            <p:nvPr/>
          </p:nvSpPr>
          <p:spPr>
            <a:xfrm>
              <a:off x="7702560" y="3373560"/>
              <a:ext cx="32040" cy="32040"/>
            </a:xfrm>
            <a:custGeom>
              <a:avLst/>
              <a:gdLst/>
              <a:ahLst/>
              <a:rect l="l" t="t" r="r" b="b"/>
              <a:pathLst>
                <a:path w="548" h="549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Google Shape;787;p21"/>
            <p:cNvSpPr/>
            <p:nvPr/>
          </p:nvSpPr>
          <p:spPr>
            <a:xfrm>
              <a:off x="7699320" y="3370320"/>
              <a:ext cx="38520" cy="38520"/>
            </a:xfrm>
            <a:custGeom>
              <a:avLst/>
              <a:gdLst/>
              <a:ahLst/>
              <a:rect l="l" t="t" r="r" b="b"/>
              <a:pathLst>
                <a:path w="659" h="659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Google Shape;788;p21"/>
            <p:cNvSpPr/>
            <p:nvPr/>
          </p:nvSpPr>
          <p:spPr>
            <a:xfrm>
              <a:off x="7671960" y="3601800"/>
              <a:ext cx="93240" cy="28800"/>
            </a:xfrm>
            <a:custGeom>
              <a:avLst/>
              <a:gdLst/>
              <a:ahLst/>
              <a:rect l="l" t="t" r="r" b="b"/>
              <a:pathLst>
                <a:path w="1587" h="492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Google Shape;789;p21"/>
            <p:cNvSpPr/>
            <p:nvPr/>
          </p:nvSpPr>
          <p:spPr>
            <a:xfrm>
              <a:off x="7668000" y="3598560"/>
              <a:ext cx="100440" cy="35280"/>
            </a:xfrm>
            <a:custGeom>
              <a:avLst/>
              <a:gdLst/>
              <a:ahLst/>
              <a:rect l="l" t="t" r="r" b="b"/>
              <a:pathLst>
                <a:path w="1708" h="604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Google Shape;790;p21"/>
            <p:cNvSpPr/>
            <p:nvPr/>
          </p:nvSpPr>
          <p:spPr>
            <a:xfrm>
              <a:off x="7264440" y="1305000"/>
              <a:ext cx="958680" cy="662400"/>
            </a:xfrm>
            <a:custGeom>
              <a:avLst/>
              <a:gdLst/>
              <a:ahLst/>
              <a:rect l="l" t="t" r="r" b="b"/>
              <a:pathLst>
                <a:path w="16254" h="11235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791;p21"/>
            <p:cNvSpPr/>
            <p:nvPr/>
          </p:nvSpPr>
          <p:spPr>
            <a:xfrm>
              <a:off x="7261200" y="1301760"/>
              <a:ext cx="965160" cy="669600"/>
            </a:xfrm>
            <a:custGeom>
              <a:avLst/>
              <a:gdLst/>
              <a:ahLst/>
              <a:rect l="l" t="t" r="r" b="b"/>
              <a:pathLst>
                <a:path w="16365" h="11356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792;p21"/>
            <p:cNvSpPr/>
            <p:nvPr/>
          </p:nvSpPr>
          <p:spPr>
            <a:xfrm>
              <a:off x="7334640" y="1369080"/>
              <a:ext cx="818640" cy="534960"/>
            </a:xfrm>
            <a:custGeom>
              <a:avLst/>
              <a:gdLst/>
              <a:ahLst/>
              <a:rect l="l" t="t" r="r" b="b"/>
              <a:pathLst>
                <a:path w="13878" h="9074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Google Shape;793;p21"/>
            <p:cNvSpPr/>
            <p:nvPr/>
          </p:nvSpPr>
          <p:spPr>
            <a:xfrm>
              <a:off x="7331400" y="1365480"/>
              <a:ext cx="825120" cy="542160"/>
            </a:xfrm>
            <a:custGeom>
              <a:avLst/>
              <a:gdLst/>
              <a:ahLst/>
              <a:rect l="l" t="t" r="r" b="b"/>
              <a:pathLst>
                <a:path w="13990" h="9194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Google Shape;794;p21"/>
            <p:cNvSpPr/>
            <p:nvPr/>
          </p:nvSpPr>
          <p:spPr>
            <a:xfrm>
              <a:off x="7331400" y="1532160"/>
              <a:ext cx="6120" cy="180360"/>
            </a:xfrm>
            <a:custGeom>
              <a:avLst/>
              <a:gdLst/>
              <a:ahLst/>
              <a:rect l="l" t="t" r="r" b="b"/>
              <a:pathLst>
                <a:path w="112" h="306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795;p21"/>
            <p:cNvSpPr/>
            <p:nvPr/>
          </p:nvSpPr>
          <p:spPr>
            <a:xfrm>
              <a:off x="7733160" y="1326960"/>
              <a:ext cx="21600" cy="20880"/>
            </a:xfrm>
            <a:custGeom>
              <a:avLst/>
              <a:gdLst/>
              <a:ahLst/>
              <a:rect l="l" t="t" r="r" b="b"/>
              <a:pathLst>
                <a:path w="372" h="363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796;p21"/>
            <p:cNvSpPr/>
            <p:nvPr/>
          </p:nvSpPr>
          <p:spPr>
            <a:xfrm>
              <a:off x="7107480" y="1963080"/>
              <a:ext cx="1272240" cy="85680"/>
            </a:xfrm>
            <a:custGeom>
              <a:avLst/>
              <a:gdLst/>
              <a:ahLst/>
              <a:rect l="l" t="t" r="r" b="b"/>
              <a:pathLst>
                <a:path w="21569" h="1458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Google Shape;797;p21"/>
            <p:cNvSpPr/>
            <p:nvPr/>
          </p:nvSpPr>
          <p:spPr>
            <a:xfrm>
              <a:off x="7104240" y="1959840"/>
              <a:ext cx="1279440" cy="92160"/>
            </a:xfrm>
            <a:custGeom>
              <a:avLst/>
              <a:gdLst/>
              <a:ahLst/>
              <a:rect l="l" t="t" r="r" b="b"/>
              <a:pathLst>
                <a:path w="21690" h="1568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Google Shape;798;p21"/>
            <p:cNvSpPr/>
            <p:nvPr/>
          </p:nvSpPr>
          <p:spPr>
            <a:xfrm>
              <a:off x="7116120" y="2025360"/>
              <a:ext cx="1254960" cy="6120"/>
            </a:xfrm>
            <a:custGeom>
              <a:avLst/>
              <a:gdLst/>
              <a:ahLst/>
              <a:rect l="l" t="t" r="r" b="b"/>
              <a:pathLst>
                <a:path w="21273" h="112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799;p21"/>
            <p:cNvSpPr/>
            <p:nvPr/>
          </p:nvSpPr>
          <p:spPr>
            <a:xfrm>
              <a:off x="7622640" y="1968480"/>
              <a:ext cx="242640" cy="26640"/>
            </a:xfrm>
            <a:custGeom>
              <a:avLst/>
              <a:gdLst/>
              <a:ahLst/>
              <a:rect l="l" t="t" r="r" b="b"/>
              <a:pathLst>
                <a:path w="4120" h="456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800;p21"/>
            <p:cNvSpPr/>
            <p:nvPr/>
          </p:nvSpPr>
          <p:spPr>
            <a:xfrm>
              <a:off x="7619400" y="1965240"/>
              <a:ext cx="249480" cy="33120"/>
            </a:xfrm>
            <a:custGeom>
              <a:avLst/>
              <a:gdLst/>
              <a:ahLst/>
              <a:rect l="l" t="t" r="r" b="b"/>
              <a:pathLst>
                <a:path w="4232" h="567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Google Shape;801;p21"/>
            <p:cNvSpPr/>
            <p:nvPr/>
          </p:nvSpPr>
          <p:spPr>
            <a:xfrm>
              <a:off x="7498440" y="1470600"/>
              <a:ext cx="438120" cy="375120"/>
            </a:xfrm>
            <a:custGeom>
              <a:avLst/>
              <a:gdLst/>
              <a:ahLst/>
              <a:rect l="l" t="t" r="r" b="b"/>
              <a:pathLst>
                <a:path w="7432" h="6365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Google Shape;802;p21"/>
            <p:cNvSpPr/>
            <p:nvPr/>
          </p:nvSpPr>
          <p:spPr>
            <a:xfrm>
              <a:off x="7527240" y="1440720"/>
              <a:ext cx="438120" cy="375120"/>
            </a:xfrm>
            <a:custGeom>
              <a:avLst/>
              <a:gdLst/>
              <a:ahLst/>
              <a:rect l="l" t="t" r="r" b="b"/>
              <a:pathLst>
                <a:path w="7432" h="6365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Google Shape;803;p21"/>
            <p:cNvSpPr/>
            <p:nvPr/>
          </p:nvSpPr>
          <p:spPr>
            <a:xfrm>
              <a:off x="7524000" y="1437480"/>
              <a:ext cx="445320" cy="381600"/>
            </a:xfrm>
            <a:custGeom>
              <a:avLst/>
              <a:gdLst/>
              <a:ahLst/>
              <a:rect l="l" t="t" r="r" b="b"/>
              <a:pathLst>
                <a:path w="7553" h="6476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Google Shape;804;p21"/>
            <p:cNvSpPr/>
            <p:nvPr/>
          </p:nvSpPr>
          <p:spPr>
            <a:xfrm>
              <a:off x="7594560" y="1638360"/>
              <a:ext cx="302400" cy="40320"/>
            </a:xfrm>
            <a:custGeom>
              <a:avLst/>
              <a:gdLst/>
              <a:ahLst/>
              <a:rect l="l" t="t" r="r" b="b"/>
              <a:pathLst>
                <a:path w="5131" h="688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Google Shape;805;p21"/>
            <p:cNvSpPr/>
            <p:nvPr/>
          </p:nvSpPr>
          <p:spPr>
            <a:xfrm>
              <a:off x="7591320" y="1635120"/>
              <a:ext cx="309600" cy="46800"/>
            </a:xfrm>
            <a:custGeom>
              <a:avLst/>
              <a:gdLst/>
              <a:ahLst/>
              <a:rect l="l" t="t" r="r" b="b"/>
              <a:pathLst>
                <a:path w="5252" h="798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Google Shape;806;p21"/>
            <p:cNvSpPr/>
            <p:nvPr/>
          </p:nvSpPr>
          <p:spPr>
            <a:xfrm>
              <a:off x="7627680" y="1649520"/>
              <a:ext cx="235080" cy="16560"/>
            </a:xfrm>
            <a:custGeom>
              <a:avLst/>
              <a:gdLst/>
              <a:ahLst/>
              <a:rect l="l" t="t" r="r" b="b"/>
              <a:pathLst>
                <a:path w="3990" h="288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Google Shape;807;p21"/>
            <p:cNvSpPr/>
            <p:nvPr/>
          </p:nvSpPr>
          <p:spPr>
            <a:xfrm>
              <a:off x="7647120" y="1702080"/>
              <a:ext cx="198000" cy="23400"/>
            </a:xfrm>
            <a:custGeom>
              <a:avLst/>
              <a:gdLst/>
              <a:ahLst/>
              <a:rect l="l" t="t" r="r" b="b"/>
              <a:pathLst>
                <a:path w="3359" h="40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Google Shape;808;p21"/>
            <p:cNvSpPr/>
            <p:nvPr/>
          </p:nvSpPr>
          <p:spPr>
            <a:xfrm>
              <a:off x="7643880" y="1698840"/>
              <a:ext cx="204480" cy="29880"/>
            </a:xfrm>
            <a:custGeom>
              <a:avLst/>
              <a:gdLst/>
              <a:ahLst/>
              <a:rect l="l" t="t" r="r" b="b"/>
              <a:pathLst>
                <a:path w="3470" h="511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Google Shape;809;p21"/>
            <p:cNvSpPr/>
            <p:nvPr/>
          </p:nvSpPr>
          <p:spPr>
            <a:xfrm>
              <a:off x="7687080" y="1707840"/>
              <a:ext cx="10440" cy="11160"/>
            </a:xfrm>
            <a:custGeom>
              <a:avLst/>
              <a:gdLst/>
              <a:ahLst/>
              <a:rect l="l" t="t" r="r" b="b"/>
              <a:pathLst>
                <a:path w="186" h="196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Google Shape;810;p21"/>
            <p:cNvSpPr/>
            <p:nvPr/>
          </p:nvSpPr>
          <p:spPr>
            <a:xfrm>
              <a:off x="7709040" y="1707840"/>
              <a:ext cx="10440" cy="11160"/>
            </a:xfrm>
            <a:custGeom>
              <a:avLst/>
              <a:gdLst/>
              <a:ahLst/>
              <a:rect l="l" t="t" r="r" b="b"/>
              <a:pathLst>
                <a:path w="186" h="196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Google Shape;811;p21"/>
            <p:cNvSpPr/>
            <p:nvPr/>
          </p:nvSpPr>
          <p:spPr>
            <a:xfrm>
              <a:off x="7729200" y="170784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Google Shape;812;p21"/>
            <p:cNvSpPr/>
            <p:nvPr/>
          </p:nvSpPr>
          <p:spPr>
            <a:xfrm>
              <a:off x="7751160" y="170784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Google Shape;813;p21"/>
            <p:cNvSpPr/>
            <p:nvPr/>
          </p:nvSpPr>
          <p:spPr>
            <a:xfrm>
              <a:off x="7772400" y="170784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Google Shape;814;p21"/>
            <p:cNvSpPr/>
            <p:nvPr/>
          </p:nvSpPr>
          <p:spPr>
            <a:xfrm>
              <a:off x="7794360" y="1707840"/>
              <a:ext cx="11160" cy="11160"/>
            </a:xfrm>
            <a:custGeom>
              <a:avLst/>
              <a:gdLst/>
              <a:ahLst/>
              <a:rect l="l" t="t" r="r" b="b"/>
              <a:pathLst>
                <a:path w="196" h="196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Google Shape;815;p21"/>
            <p:cNvSpPr/>
            <p:nvPr/>
          </p:nvSpPr>
          <p:spPr>
            <a:xfrm>
              <a:off x="7682760" y="1485360"/>
              <a:ext cx="126000" cy="126000"/>
            </a:xfrm>
            <a:custGeom>
              <a:avLst/>
              <a:gdLst/>
              <a:ahLst/>
              <a:rect l="l" t="t" r="r" b="b"/>
              <a:pathLst>
                <a:path w="2143" h="2144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Google Shape;816;p21"/>
            <p:cNvSpPr/>
            <p:nvPr/>
          </p:nvSpPr>
          <p:spPr>
            <a:xfrm>
              <a:off x="7679520" y="1481400"/>
              <a:ext cx="133200" cy="133920"/>
            </a:xfrm>
            <a:custGeom>
              <a:avLst/>
              <a:gdLst/>
              <a:ahLst/>
              <a:rect l="l" t="t" r="r" b="b"/>
              <a:pathLst>
                <a:path w="2264" h="2274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Google Shape;817;p21"/>
            <p:cNvSpPr/>
            <p:nvPr/>
          </p:nvSpPr>
          <p:spPr>
            <a:xfrm>
              <a:off x="7717680" y="1551960"/>
              <a:ext cx="56160" cy="28080"/>
            </a:xfrm>
            <a:custGeom>
              <a:avLst/>
              <a:gdLst/>
              <a:ahLst/>
              <a:rect l="l" t="t" r="r" b="b"/>
              <a:pathLst>
                <a:path w="957" h="483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Google Shape;818;p21"/>
            <p:cNvSpPr/>
            <p:nvPr/>
          </p:nvSpPr>
          <p:spPr>
            <a:xfrm>
              <a:off x="7714440" y="1548720"/>
              <a:ext cx="63360" cy="34920"/>
            </a:xfrm>
            <a:custGeom>
              <a:avLst/>
              <a:gdLst/>
              <a:ahLst/>
              <a:rect l="l" t="t" r="r" b="b"/>
              <a:pathLst>
                <a:path w="1077" h="595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Google Shape;819;p21"/>
            <p:cNvSpPr/>
            <p:nvPr/>
          </p:nvSpPr>
          <p:spPr>
            <a:xfrm>
              <a:off x="7730280" y="1516320"/>
              <a:ext cx="31320" cy="31320"/>
            </a:xfrm>
            <a:custGeom>
              <a:avLst/>
              <a:gdLst/>
              <a:ahLst/>
              <a:rect l="l" t="t" r="r" b="b"/>
              <a:pathLst>
                <a:path w="539" h="539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Google Shape;820;p21"/>
            <p:cNvSpPr/>
            <p:nvPr/>
          </p:nvSpPr>
          <p:spPr>
            <a:xfrm>
              <a:off x="7727040" y="1513080"/>
              <a:ext cx="38520" cy="38520"/>
            </a:xfrm>
            <a:custGeom>
              <a:avLst/>
              <a:gdLst/>
              <a:ahLst/>
              <a:rect l="l" t="t" r="r" b="b"/>
              <a:pathLst>
                <a:path w="660" h="66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Google Shape;821;p21"/>
            <p:cNvSpPr/>
            <p:nvPr/>
          </p:nvSpPr>
          <p:spPr>
            <a:xfrm>
              <a:off x="7699320" y="1744200"/>
              <a:ext cx="93240" cy="28800"/>
            </a:xfrm>
            <a:custGeom>
              <a:avLst/>
              <a:gdLst/>
              <a:ahLst/>
              <a:rect l="l" t="t" r="r" b="b"/>
              <a:pathLst>
                <a:path w="1587" h="492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Google Shape;822;p21"/>
            <p:cNvSpPr/>
            <p:nvPr/>
          </p:nvSpPr>
          <p:spPr>
            <a:xfrm>
              <a:off x="7695720" y="1740960"/>
              <a:ext cx="99720" cy="35640"/>
            </a:xfrm>
            <a:custGeom>
              <a:avLst/>
              <a:gdLst/>
              <a:ahLst/>
              <a:rect l="l" t="t" r="r" b="b"/>
              <a:pathLst>
                <a:path w="1699" h="613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Google Shape;823;p21"/>
            <p:cNvSpPr/>
            <p:nvPr/>
          </p:nvSpPr>
          <p:spPr>
            <a:xfrm>
              <a:off x="6902280" y="1773720"/>
              <a:ext cx="559800" cy="976680"/>
            </a:xfrm>
            <a:custGeom>
              <a:avLst/>
              <a:gdLst/>
              <a:ahLst/>
              <a:rect l="l" t="t" r="r" b="b"/>
              <a:pathLst>
                <a:path w="9491" h="16559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Google Shape;824;p21"/>
            <p:cNvSpPr/>
            <p:nvPr/>
          </p:nvSpPr>
          <p:spPr>
            <a:xfrm>
              <a:off x="6861240" y="1713960"/>
              <a:ext cx="559800" cy="995400"/>
            </a:xfrm>
            <a:custGeom>
              <a:avLst/>
              <a:gdLst/>
              <a:ahLst/>
              <a:rect l="l" t="t" r="r" b="b"/>
              <a:pathLst>
                <a:path w="9491" h="16876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Google Shape;825;p21"/>
            <p:cNvSpPr/>
            <p:nvPr/>
          </p:nvSpPr>
          <p:spPr>
            <a:xfrm>
              <a:off x="6858000" y="1710720"/>
              <a:ext cx="566280" cy="1001880"/>
            </a:xfrm>
            <a:custGeom>
              <a:avLst/>
              <a:gdLst/>
              <a:ahLst/>
              <a:rect l="l" t="t" r="r" b="b"/>
              <a:pathLst>
                <a:path w="9602" h="16986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Google Shape;826;p21"/>
            <p:cNvSpPr/>
            <p:nvPr/>
          </p:nvSpPr>
          <p:spPr>
            <a:xfrm>
              <a:off x="6862320" y="1713960"/>
              <a:ext cx="558000" cy="80280"/>
            </a:xfrm>
            <a:custGeom>
              <a:avLst/>
              <a:gdLst/>
              <a:ahLst/>
              <a:rect l="l" t="t" r="r" b="b"/>
              <a:pathLst>
                <a:path w="9463" h="1365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Google Shape;827;p21"/>
            <p:cNvSpPr/>
            <p:nvPr/>
          </p:nvSpPr>
          <p:spPr>
            <a:xfrm>
              <a:off x="6858360" y="1710720"/>
              <a:ext cx="565200" cy="86760"/>
            </a:xfrm>
            <a:custGeom>
              <a:avLst/>
              <a:gdLst/>
              <a:ahLst/>
              <a:rect l="l" t="t" r="r" b="b"/>
              <a:pathLst>
                <a:path w="9584" h="1476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Google Shape;828;p21"/>
            <p:cNvSpPr/>
            <p:nvPr/>
          </p:nvSpPr>
          <p:spPr>
            <a:xfrm>
              <a:off x="7270200" y="1743480"/>
              <a:ext cx="23760" cy="23760"/>
            </a:xfrm>
            <a:custGeom>
              <a:avLst/>
              <a:gdLst/>
              <a:ahLst/>
              <a:rect l="l" t="t" r="r" b="b"/>
              <a:pathLst>
                <a:path w="409" h="41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Google Shape;829;p21"/>
            <p:cNvSpPr/>
            <p:nvPr/>
          </p:nvSpPr>
          <p:spPr>
            <a:xfrm>
              <a:off x="7319880" y="1743480"/>
              <a:ext cx="23760" cy="23760"/>
            </a:xfrm>
            <a:custGeom>
              <a:avLst/>
              <a:gdLst/>
              <a:ahLst/>
              <a:rect l="l" t="t" r="r" b="b"/>
              <a:pathLst>
                <a:path w="409" h="41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Google Shape;830;p21"/>
            <p:cNvSpPr/>
            <p:nvPr/>
          </p:nvSpPr>
          <p:spPr>
            <a:xfrm>
              <a:off x="7370640" y="1743480"/>
              <a:ext cx="23760" cy="23760"/>
            </a:xfrm>
            <a:custGeom>
              <a:avLst/>
              <a:gdLst/>
              <a:ahLst/>
              <a:rect l="l" t="t" r="r" b="b"/>
              <a:pathLst>
                <a:path w="409" h="41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Google Shape;831;p21"/>
            <p:cNvSpPr/>
            <p:nvPr/>
          </p:nvSpPr>
          <p:spPr>
            <a:xfrm>
              <a:off x="6950520" y="1905120"/>
              <a:ext cx="176400" cy="6120"/>
            </a:xfrm>
            <a:custGeom>
              <a:avLst/>
              <a:gdLst/>
              <a:ahLst/>
              <a:rect l="l" t="t" r="r" b="b"/>
              <a:pathLst>
                <a:path w="2998" h="112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Google Shape;832;p21"/>
            <p:cNvSpPr/>
            <p:nvPr/>
          </p:nvSpPr>
          <p:spPr>
            <a:xfrm>
              <a:off x="7162920" y="1905120"/>
              <a:ext cx="67680" cy="6120"/>
            </a:xfrm>
            <a:custGeom>
              <a:avLst/>
              <a:gdLst/>
              <a:ahLst/>
              <a:rect l="l" t="t" r="r" b="b"/>
              <a:pathLst>
                <a:path w="1151" h="112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Google Shape;833;p21"/>
            <p:cNvSpPr/>
            <p:nvPr/>
          </p:nvSpPr>
          <p:spPr>
            <a:xfrm>
              <a:off x="7272360" y="1905120"/>
              <a:ext cx="62280" cy="6120"/>
            </a:xfrm>
            <a:custGeom>
              <a:avLst/>
              <a:gdLst/>
              <a:ahLst/>
              <a:rect l="l" t="t" r="r" b="b"/>
              <a:pathLst>
                <a:path w="1059" h="112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Google Shape;834;p21"/>
            <p:cNvSpPr/>
            <p:nvPr/>
          </p:nvSpPr>
          <p:spPr>
            <a:xfrm>
              <a:off x="7157880" y="2036520"/>
              <a:ext cx="176400" cy="6840"/>
            </a:xfrm>
            <a:custGeom>
              <a:avLst/>
              <a:gdLst/>
              <a:ahLst/>
              <a:rect l="l" t="t" r="r" b="b"/>
              <a:pathLst>
                <a:path w="2998" h="122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Google Shape;835;p21"/>
            <p:cNvSpPr/>
            <p:nvPr/>
          </p:nvSpPr>
          <p:spPr>
            <a:xfrm>
              <a:off x="7054560" y="2036520"/>
              <a:ext cx="67680" cy="6840"/>
            </a:xfrm>
            <a:custGeom>
              <a:avLst/>
              <a:gdLst/>
              <a:ahLst/>
              <a:rect l="l" t="t" r="r" b="b"/>
              <a:pathLst>
                <a:path w="1151" h="122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Google Shape;836;p21"/>
            <p:cNvSpPr/>
            <p:nvPr/>
          </p:nvSpPr>
          <p:spPr>
            <a:xfrm>
              <a:off x="6950520" y="2036520"/>
              <a:ext cx="62280" cy="6840"/>
            </a:xfrm>
            <a:custGeom>
              <a:avLst/>
              <a:gdLst/>
              <a:ahLst/>
              <a:rect l="l" t="t" r="r" b="b"/>
              <a:pathLst>
                <a:path w="1059" h="122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Google Shape;837;p21"/>
            <p:cNvSpPr/>
            <p:nvPr/>
          </p:nvSpPr>
          <p:spPr>
            <a:xfrm>
              <a:off x="6950520" y="1970280"/>
              <a:ext cx="93960" cy="6120"/>
            </a:xfrm>
            <a:custGeom>
              <a:avLst/>
              <a:gdLst/>
              <a:ahLst/>
              <a:rect l="l" t="t" r="r" b="b"/>
              <a:pathLst>
                <a:path w="1597" h="112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" name="Google Shape;838;p21"/>
            <p:cNvSpPr/>
            <p:nvPr/>
          </p:nvSpPr>
          <p:spPr>
            <a:xfrm>
              <a:off x="7075080" y="1970280"/>
              <a:ext cx="155160" cy="6120"/>
            </a:xfrm>
            <a:custGeom>
              <a:avLst/>
              <a:gdLst/>
              <a:ahLst/>
              <a:rect l="l" t="t" r="r" b="b"/>
              <a:pathLst>
                <a:path w="2636" h="112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Google Shape;839;p21"/>
            <p:cNvSpPr/>
            <p:nvPr/>
          </p:nvSpPr>
          <p:spPr>
            <a:xfrm>
              <a:off x="7272360" y="1970280"/>
              <a:ext cx="62280" cy="6120"/>
            </a:xfrm>
            <a:custGeom>
              <a:avLst/>
              <a:gdLst/>
              <a:ahLst/>
              <a:rect l="l" t="t" r="r" b="b"/>
              <a:pathLst>
                <a:path w="1059" h="112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Google Shape;840;p21"/>
            <p:cNvSpPr/>
            <p:nvPr/>
          </p:nvSpPr>
          <p:spPr>
            <a:xfrm>
              <a:off x="6950520" y="2094840"/>
              <a:ext cx="176400" cy="6840"/>
            </a:xfrm>
            <a:custGeom>
              <a:avLst/>
              <a:gdLst/>
              <a:ahLst/>
              <a:rect l="l" t="t" r="r" b="b"/>
              <a:pathLst>
                <a:path w="2998" h="122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Google Shape;841;p21"/>
            <p:cNvSpPr/>
            <p:nvPr/>
          </p:nvSpPr>
          <p:spPr>
            <a:xfrm>
              <a:off x="7162920" y="2094840"/>
              <a:ext cx="67680" cy="6840"/>
            </a:xfrm>
            <a:custGeom>
              <a:avLst/>
              <a:gdLst/>
              <a:ahLst/>
              <a:rect l="l" t="t" r="r" b="b"/>
              <a:pathLst>
                <a:path w="1151" h="12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Google Shape;842;p21"/>
            <p:cNvSpPr/>
            <p:nvPr/>
          </p:nvSpPr>
          <p:spPr>
            <a:xfrm>
              <a:off x="6950520" y="2306160"/>
              <a:ext cx="176400" cy="6120"/>
            </a:xfrm>
            <a:custGeom>
              <a:avLst/>
              <a:gdLst/>
              <a:ahLst/>
              <a:rect l="l" t="t" r="r" b="b"/>
              <a:pathLst>
                <a:path w="2998" h="112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Google Shape;843;p21"/>
            <p:cNvSpPr/>
            <p:nvPr/>
          </p:nvSpPr>
          <p:spPr>
            <a:xfrm>
              <a:off x="7162920" y="2306160"/>
              <a:ext cx="67680" cy="6120"/>
            </a:xfrm>
            <a:custGeom>
              <a:avLst/>
              <a:gdLst/>
              <a:ahLst/>
              <a:rect l="l" t="t" r="r" b="b"/>
              <a:pathLst>
                <a:path w="1151" h="11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Google Shape;844;p21"/>
            <p:cNvSpPr/>
            <p:nvPr/>
          </p:nvSpPr>
          <p:spPr>
            <a:xfrm>
              <a:off x="7272360" y="2094840"/>
              <a:ext cx="62280" cy="6840"/>
            </a:xfrm>
            <a:custGeom>
              <a:avLst/>
              <a:gdLst/>
              <a:ahLst/>
              <a:rect l="l" t="t" r="r" b="b"/>
              <a:pathLst>
                <a:path w="1059" h="122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Google Shape;845;p21"/>
            <p:cNvSpPr/>
            <p:nvPr/>
          </p:nvSpPr>
          <p:spPr>
            <a:xfrm>
              <a:off x="7157880" y="2226960"/>
              <a:ext cx="176400" cy="6120"/>
            </a:xfrm>
            <a:custGeom>
              <a:avLst/>
              <a:gdLst/>
              <a:ahLst/>
              <a:rect l="l" t="t" r="r" b="b"/>
              <a:pathLst>
                <a:path w="2998" h="112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846;p21"/>
            <p:cNvSpPr/>
            <p:nvPr/>
          </p:nvSpPr>
          <p:spPr>
            <a:xfrm>
              <a:off x="7054560" y="2226960"/>
              <a:ext cx="67680" cy="6120"/>
            </a:xfrm>
            <a:custGeom>
              <a:avLst/>
              <a:gdLst/>
              <a:ahLst/>
              <a:rect l="l" t="t" r="r" b="b"/>
              <a:pathLst>
                <a:path w="1151" h="112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" name="Google Shape;847;p21"/>
            <p:cNvSpPr/>
            <p:nvPr/>
          </p:nvSpPr>
          <p:spPr>
            <a:xfrm>
              <a:off x="6950520" y="2226960"/>
              <a:ext cx="62280" cy="6120"/>
            </a:xfrm>
            <a:custGeom>
              <a:avLst/>
              <a:gdLst/>
              <a:ahLst/>
              <a:rect l="l" t="t" r="r" b="b"/>
              <a:pathLst>
                <a:path w="1059" h="112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Google Shape;848;p21"/>
            <p:cNvSpPr/>
            <p:nvPr/>
          </p:nvSpPr>
          <p:spPr>
            <a:xfrm>
              <a:off x="7253640" y="2377440"/>
              <a:ext cx="66960" cy="6840"/>
            </a:xfrm>
            <a:custGeom>
              <a:avLst/>
              <a:gdLst/>
              <a:ahLst/>
              <a:rect l="l" t="t" r="r" b="b"/>
              <a:pathLst>
                <a:path w="1142" h="121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849;p21"/>
            <p:cNvSpPr/>
            <p:nvPr/>
          </p:nvSpPr>
          <p:spPr>
            <a:xfrm>
              <a:off x="7149240" y="2377440"/>
              <a:ext cx="62640" cy="6840"/>
            </a:xfrm>
            <a:custGeom>
              <a:avLst/>
              <a:gdLst/>
              <a:ahLst/>
              <a:rect l="l" t="t" r="r" b="b"/>
              <a:pathLst>
                <a:path w="1068" h="121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850;p21"/>
            <p:cNvSpPr/>
            <p:nvPr/>
          </p:nvSpPr>
          <p:spPr>
            <a:xfrm>
              <a:off x="6950520" y="2160000"/>
              <a:ext cx="93960" cy="6840"/>
            </a:xfrm>
            <a:custGeom>
              <a:avLst/>
              <a:gdLst/>
              <a:ahLst/>
              <a:rect l="l" t="t" r="r" b="b"/>
              <a:pathLst>
                <a:path w="1597" h="121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" name="Google Shape;851;p21"/>
            <p:cNvSpPr/>
            <p:nvPr/>
          </p:nvSpPr>
          <p:spPr>
            <a:xfrm>
              <a:off x="7075080" y="2160000"/>
              <a:ext cx="155160" cy="6840"/>
            </a:xfrm>
            <a:custGeom>
              <a:avLst/>
              <a:gdLst/>
              <a:ahLst/>
              <a:rect l="l" t="t" r="r" b="b"/>
              <a:pathLst>
                <a:path w="2636" h="121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Google Shape;852;p21"/>
            <p:cNvSpPr/>
            <p:nvPr/>
          </p:nvSpPr>
          <p:spPr>
            <a:xfrm>
              <a:off x="7272360" y="2160000"/>
              <a:ext cx="62280" cy="6840"/>
            </a:xfrm>
            <a:custGeom>
              <a:avLst/>
              <a:gdLst/>
              <a:ahLst/>
              <a:rect l="l" t="t" r="r" b="b"/>
              <a:pathLst>
                <a:path w="1059" h="121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Google Shape;853;p21"/>
            <p:cNvSpPr/>
            <p:nvPr/>
          </p:nvSpPr>
          <p:spPr>
            <a:xfrm>
              <a:off x="7148160" y="2447640"/>
              <a:ext cx="155160" cy="6840"/>
            </a:xfrm>
            <a:custGeom>
              <a:avLst/>
              <a:gdLst/>
              <a:ahLst/>
              <a:rect l="l" t="t" r="r" b="b"/>
              <a:pathLst>
                <a:path w="2636" h="122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Google Shape;854;p21"/>
            <p:cNvSpPr/>
            <p:nvPr/>
          </p:nvSpPr>
          <p:spPr>
            <a:xfrm>
              <a:off x="7148520" y="2513160"/>
              <a:ext cx="61920" cy="6840"/>
            </a:xfrm>
            <a:custGeom>
              <a:avLst/>
              <a:gdLst/>
              <a:ahLst/>
              <a:rect l="l" t="t" r="r" b="b"/>
              <a:pathLst>
                <a:path w="1058" h="12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855;p21"/>
            <p:cNvSpPr/>
            <p:nvPr/>
          </p:nvSpPr>
          <p:spPr>
            <a:xfrm>
              <a:off x="7563600" y="2435400"/>
              <a:ext cx="731520" cy="521280"/>
            </a:xfrm>
            <a:custGeom>
              <a:avLst/>
              <a:gdLst/>
              <a:ahLst/>
              <a:rect l="l" t="t" r="r" b="b"/>
              <a:pathLst>
                <a:path w="12404" h="8842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Google Shape;856;p21"/>
            <p:cNvSpPr/>
            <p:nvPr/>
          </p:nvSpPr>
          <p:spPr>
            <a:xfrm>
              <a:off x="7560360" y="2432160"/>
              <a:ext cx="738720" cy="528480"/>
            </a:xfrm>
            <a:custGeom>
              <a:avLst/>
              <a:gdLst/>
              <a:ahLst/>
              <a:rect l="l" t="t" r="r" b="b"/>
              <a:pathLst>
                <a:path w="12524" h="8963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" name="Google Shape;857;p21"/>
            <p:cNvSpPr/>
            <p:nvPr/>
          </p:nvSpPr>
          <p:spPr>
            <a:xfrm>
              <a:off x="7604640" y="2396160"/>
              <a:ext cx="731520" cy="87840"/>
            </a:xfrm>
            <a:custGeom>
              <a:avLst/>
              <a:gdLst/>
              <a:ahLst/>
              <a:rect l="l" t="t" r="r" b="b"/>
              <a:pathLst>
                <a:path w="12404" h="1495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858;p21"/>
            <p:cNvSpPr/>
            <p:nvPr/>
          </p:nvSpPr>
          <p:spPr>
            <a:xfrm>
              <a:off x="7601040" y="2392560"/>
              <a:ext cx="738000" cy="94320"/>
            </a:xfrm>
            <a:custGeom>
              <a:avLst/>
              <a:gdLst/>
              <a:ahLst/>
              <a:rect l="l" t="t" r="r" b="b"/>
              <a:pathLst>
                <a:path w="12516" h="1606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Google Shape;859;p21"/>
            <p:cNvSpPr/>
            <p:nvPr/>
          </p:nvSpPr>
          <p:spPr>
            <a:xfrm>
              <a:off x="7683840" y="2421720"/>
              <a:ext cx="33120" cy="33480"/>
            </a:xfrm>
            <a:custGeom>
              <a:avLst/>
              <a:gdLst/>
              <a:ahLst/>
              <a:rect l="l" t="t" r="r" b="b"/>
              <a:pathLst>
                <a:path w="567" h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Google Shape;860;p21"/>
            <p:cNvSpPr/>
            <p:nvPr/>
          </p:nvSpPr>
          <p:spPr>
            <a:xfrm>
              <a:off x="7736400" y="2421720"/>
              <a:ext cx="33480" cy="33480"/>
            </a:xfrm>
            <a:custGeom>
              <a:avLst/>
              <a:gdLst/>
              <a:ahLst/>
              <a:rect l="l" t="t" r="r" b="b"/>
              <a:pathLst>
                <a:path w="576" h="576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Google Shape;861;p21"/>
            <p:cNvSpPr/>
            <p:nvPr/>
          </p:nvSpPr>
          <p:spPr>
            <a:xfrm>
              <a:off x="7631280" y="2421720"/>
              <a:ext cx="33480" cy="33480"/>
            </a:xfrm>
            <a:custGeom>
              <a:avLst/>
              <a:gdLst/>
              <a:ahLst/>
              <a:rect l="l" t="t" r="r" b="b"/>
              <a:pathLst>
                <a:path w="576" h="576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Google Shape;862;p21"/>
            <p:cNvSpPr/>
            <p:nvPr/>
          </p:nvSpPr>
          <p:spPr>
            <a:xfrm>
              <a:off x="7603920" y="2484000"/>
              <a:ext cx="731880" cy="429840"/>
            </a:xfrm>
            <a:custGeom>
              <a:avLst/>
              <a:gdLst/>
              <a:ahLst/>
              <a:rect l="l" t="t" r="r" b="b"/>
              <a:pathLst>
                <a:path w="12413" h="7292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863;p21"/>
            <p:cNvSpPr/>
            <p:nvPr/>
          </p:nvSpPr>
          <p:spPr>
            <a:xfrm>
              <a:off x="7600680" y="2480400"/>
              <a:ext cx="738720" cy="437040"/>
            </a:xfrm>
            <a:custGeom>
              <a:avLst/>
              <a:gdLst/>
              <a:ahLst/>
              <a:rect l="l" t="t" r="r" b="b"/>
              <a:pathLst>
                <a:path w="12525" h="7413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Google Shape;864;p21"/>
            <p:cNvSpPr/>
            <p:nvPr/>
          </p:nvSpPr>
          <p:spPr>
            <a:xfrm>
              <a:off x="7908480" y="2584800"/>
              <a:ext cx="335880" cy="6120"/>
            </a:xfrm>
            <a:custGeom>
              <a:avLst/>
              <a:gdLst/>
              <a:ahLst/>
              <a:rect l="l" t="t" r="r" b="b"/>
              <a:pathLst>
                <a:path w="5696" h="11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865;p21"/>
            <p:cNvSpPr/>
            <p:nvPr/>
          </p:nvSpPr>
          <p:spPr>
            <a:xfrm>
              <a:off x="7908480" y="2634840"/>
              <a:ext cx="122400" cy="6840"/>
            </a:xfrm>
            <a:custGeom>
              <a:avLst/>
              <a:gdLst/>
              <a:ahLst/>
              <a:rect l="l" t="t" r="r" b="b"/>
              <a:pathLst>
                <a:path w="2079" h="12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Google Shape;866;p21"/>
            <p:cNvSpPr/>
            <p:nvPr/>
          </p:nvSpPr>
          <p:spPr>
            <a:xfrm>
              <a:off x="8071560" y="2634840"/>
              <a:ext cx="146880" cy="6840"/>
            </a:xfrm>
            <a:custGeom>
              <a:avLst/>
              <a:gdLst/>
              <a:ahLst/>
              <a:rect l="l" t="t" r="r" b="b"/>
              <a:pathLst>
                <a:path w="2496" h="121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Google Shape;867;p21"/>
            <p:cNvSpPr/>
            <p:nvPr/>
          </p:nvSpPr>
          <p:spPr>
            <a:xfrm>
              <a:off x="7908480" y="2786400"/>
              <a:ext cx="217440" cy="6480"/>
            </a:xfrm>
            <a:custGeom>
              <a:avLst/>
              <a:gdLst/>
              <a:ahLst/>
              <a:rect l="l" t="t" r="r" b="b"/>
              <a:pathLst>
                <a:path w="3693" h="113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868;p21"/>
            <p:cNvSpPr/>
            <p:nvPr/>
          </p:nvSpPr>
          <p:spPr>
            <a:xfrm>
              <a:off x="7908480" y="2687040"/>
              <a:ext cx="338400" cy="6840"/>
            </a:xfrm>
            <a:custGeom>
              <a:avLst/>
              <a:gdLst/>
              <a:ahLst/>
              <a:rect l="l" t="t" r="r" b="b"/>
              <a:pathLst>
                <a:path w="5743" h="12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Google Shape;869;p21"/>
            <p:cNvSpPr/>
            <p:nvPr/>
          </p:nvSpPr>
          <p:spPr>
            <a:xfrm>
              <a:off x="7908480" y="2737080"/>
              <a:ext cx="111960" cy="6840"/>
            </a:xfrm>
            <a:custGeom>
              <a:avLst/>
              <a:gdLst/>
              <a:ahLst/>
              <a:rect l="l" t="t" r="r" b="b"/>
              <a:pathLst>
                <a:path w="1902" h="122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Google Shape;870;p21"/>
            <p:cNvSpPr/>
            <p:nvPr/>
          </p:nvSpPr>
          <p:spPr>
            <a:xfrm>
              <a:off x="8045640" y="2737080"/>
              <a:ext cx="198360" cy="6840"/>
            </a:xfrm>
            <a:custGeom>
              <a:avLst/>
              <a:gdLst/>
              <a:ahLst/>
              <a:rect l="l" t="t" r="r" b="b"/>
              <a:pathLst>
                <a:path w="3368" h="122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Google Shape;871;p21"/>
            <p:cNvSpPr/>
            <p:nvPr/>
          </p:nvSpPr>
          <p:spPr>
            <a:xfrm>
              <a:off x="7656120" y="2568600"/>
              <a:ext cx="218520" cy="218520"/>
            </a:xfrm>
            <a:custGeom>
              <a:avLst/>
              <a:gdLst/>
              <a:ahLst/>
              <a:rect l="l" t="t" r="r" b="b"/>
              <a:pathLst>
                <a:path w="3712" h="3712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Google Shape;872;p21"/>
            <p:cNvSpPr/>
            <p:nvPr/>
          </p:nvSpPr>
          <p:spPr>
            <a:xfrm>
              <a:off x="7652520" y="2565000"/>
              <a:ext cx="225360" cy="225360"/>
            </a:xfrm>
            <a:custGeom>
              <a:avLst/>
              <a:gdLst/>
              <a:ahLst/>
              <a:rect l="l" t="t" r="r" b="b"/>
              <a:pathLst>
                <a:path w="3823" h="3823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873;p21"/>
            <p:cNvSpPr/>
            <p:nvPr/>
          </p:nvSpPr>
          <p:spPr>
            <a:xfrm>
              <a:off x="7646760" y="2570040"/>
              <a:ext cx="218160" cy="218160"/>
            </a:xfrm>
            <a:custGeom>
              <a:avLst/>
              <a:gdLst/>
              <a:ahLst/>
              <a:rect l="l" t="t" r="r" b="b"/>
              <a:pathLst>
                <a:path w="3703" h="3702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Google Shape;874;p21"/>
            <p:cNvSpPr/>
            <p:nvPr/>
          </p:nvSpPr>
          <p:spPr>
            <a:xfrm>
              <a:off x="7643520" y="2566080"/>
              <a:ext cx="225360" cy="225360"/>
            </a:xfrm>
            <a:custGeom>
              <a:avLst/>
              <a:gdLst/>
              <a:ahLst/>
              <a:rect l="l" t="t" r="r" b="b"/>
              <a:pathLst>
                <a:path w="3823" h="3823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Google Shape;875;p21"/>
            <p:cNvSpPr/>
            <p:nvPr/>
          </p:nvSpPr>
          <p:spPr>
            <a:xfrm>
              <a:off x="7792200" y="2585880"/>
              <a:ext cx="54360" cy="54360"/>
            </a:xfrm>
            <a:custGeom>
              <a:avLst/>
              <a:gdLst/>
              <a:ahLst/>
              <a:rect l="l" t="t" r="r" b="b"/>
              <a:pathLst>
                <a:path w="929" h="929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Google Shape;876;p21"/>
            <p:cNvSpPr/>
            <p:nvPr/>
          </p:nvSpPr>
          <p:spPr>
            <a:xfrm>
              <a:off x="7788960" y="2582280"/>
              <a:ext cx="60840" cy="61560"/>
            </a:xfrm>
            <a:custGeom>
              <a:avLst/>
              <a:gdLst/>
              <a:ahLst/>
              <a:rect l="l" t="t" r="r" b="b"/>
              <a:pathLst>
                <a:path w="1040" h="1049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Google Shape;877;p21"/>
            <p:cNvSpPr/>
            <p:nvPr/>
          </p:nvSpPr>
          <p:spPr>
            <a:xfrm>
              <a:off x="8115840" y="2236320"/>
              <a:ext cx="376920" cy="338760"/>
            </a:xfrm>
            <a:custGeom>
              <a:avLst/>
              <a:gdLst/>
              <a:ahLst/>
              <a:rect l="l" t="t" r="r" b="b"/>
              <a:pathLst>
                <a:path w="6393" h="5747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878;p21"/>
            <p:cNvSpPr/>
            <p:nvPr/>
          </p:nvSpPr>
          <p:spPr>
            <a:xfrm>
              <a:off x="8130960" y="2233080"/>
              <a:ext cx="345600" cy="345600"/>
            </a:xfrm>
            <a:custGeom>
              <a:avLst/>
              <a:gdLst/>
              <a:ahLst/>
              <a:rect l="l" t="t" r="r" b="b"/>
              <a:pathLst>
                <a:path w="5864" h="5864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Google Shape;879;p21"/>
            <p:cNvSpPr/>
            <p:nvPr/>
          </p:nvSpPr>
          <p:spPr>
            <a:xfrm>
              <a:off x="8127360" y="2220120"/>
              <a:ext cx="384480" cy="339120"/>
            </a:xfrm>
            <a:custGeom>
              <a:avLst/>
              <a:gdLst/>
              <a:ahLst/>
              <a:rect l="l" t="t" r="r" b="b"/>
              <a:pathLst>
                <a:path w="6523" h="5752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Google Shape;880;p21"/>
            <p:cNvSpPr/>
            <p:nvPr/>
          </p:nvSpPr>
          <p:spPr>
            <a:xfrm>
              <a:off x="8146440" y="2216520"/>
              <a:ext cx="345600" cy="345600"/>
            </a:xfrm>
            <a:custGeom>
              <a:avLst/>
              <a:gdLst/>
              <a:ahLst/>
              <a:rect l="l" t="t" r="r" b="b"/>
              <a:pathLst>
                <a:path w="5864" h="5864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Google Shape;881;p21"/>
            <p:cNvSpPr/>
            <p:nvPr/>
          </p:nvSpPr>
          <p:spPr>
            <a:xfrm>
              <a:off x="8200440" y="2305800"/>
              <a:ext cx="224280" cy="141480"/>
            </a:xfrm>
            <a:custGeom>
              <a:avLst/>
              <a:gdLst/>
              <a:ahLst/>
              <a:rect l="l" t="t" r="r" b="b"/>
              <a:pathLst>
                <a:path w="3805" h="2404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Google Shape;882;p21"/>
            <p:cNvSpPr/>
            <p:nvPr/>
          </p:nvSpPr>
          <p:spPr>
            <a:xfrm>
              <a:off x="8196840" y="2302560"/>
              <a:ext cx="231120" cy="147960"/>
            </a:xfrm>
            <a:custGeom>
              <a:avLst/>
              <a:gdLst/>
              <a:ahLst/>
              <a:rect l="l" t="t" r="r" b="b"/>
              <a:pathLst>
                <a:path w="3925" h="2515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883;p21"/>
            <p:cNvSpPr/>
            <p:nvPr/>
          </p:nvSpPr>
          <p:spPr>
            <a:xfrm>
              <a:off x="5973840" y="3283200"/>
              <a:ext cx="422280" cy="300240"/>
            </a:xfrm>
            <a:custGeom>
              <a:avLst/>
              <a:gdLst/>
              <a:ahLst/>
              <a:rect l="l" t="t" r="r" b="b"/>
              <a:pathLst>
                <a:path w="7162" h="5093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Google Shape;884;p21"/>
            <p:cNvSpPr/>
            <p:nvPr/>
          </p:nvSpPr>
          <p:spPr>
            <a:xfrm>
              <a:off x="5970240" y="3279960"/>
              <a:ext cx="429480" cy="307440"/>
            </a:xfrm>
            <a:custGeom>
              <a:avLst/>
              <a:gdLst/>
              <a:ahLst/>
              <a:rect l="l" t="t" r="r" b="b"/>
              <a:pathLst>
                <a:path w="7283" h="5214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Google Shape;885;p21"/>
            <p:cNvSpPr/>
            <p:nvPr/>
          </p:nvSpPr>
          <p:spPr>
            <a:xfrm>
              <a:off x="5281560" y="2062800"/>
              <a:ext cx="1807200" cy="1217880"/>
            </a:xfrm>
            <a:custGeom>
              <a:avLst/>
              <a:gdLst/>
              <a:ahLst/>
              <a:rect l="l" t="t" r="r" b="b"/>
              <a:pathLst>
                <a:path w="30632" h="2065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Google Shape;886;p21"/>
            <p:cNvSpPr/>
            <p:nvPr/>
          </p:nvSpPr>
          <p:spPr>
            <a:xfrm>
              <a:off x="5278320" y="2059560"/>
              <a:ext cx="1813680" cy="1224720"/>
            </a:xfrm>
            <a:custGeom>
              <a:avLst/>
              <a:gdLst/>
              <a:ahLst/>
              <a:rect l="l" t="t" r="r" b="b"/>
              <a:pathLst>
                <a:path w="30744" h="20762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Google Shape;887;p21"/>
            <p:cNvSpPr/>
            <p:nvPr/>
          </p:nvSpPr>
          <p:spPr>
            <a:xfrm>
              <a:off x="5281560" y="2096280"/>
              <a:ext cx="1807200" cy="1217880"/>
            </a:xfrm>
            <a:custGeom>
              <a:avLst/>
              <a:gdLst/>
              <a:ahLst/>
              <a:rect l="l" t="t" r="r" b="b"/>
              <a:pathLst>
                <a:path w="30632" h="2065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888;p21"/>
            <p:cNvSpPr/>
            <p:nvPr/>
          </p:nvSpPr>
          <p:spPr>
            <a:xfrm>
              <a:off x="5278320" y="2092680"/>
              <a:ext cx="1813680" cy="1224720"/>
            </a:xfrm>
            <a:custGeom>
              <a:avLst/>
              <a:gdLst/>
              <a:ahLst/>
              <a:rect l="l" t="t" r="r" b="b"/>
              <a:pathLst>
                <a:path w="30744" h="20762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Google Shape;889;p21"/>
            <p:cNvSpPr/>
            <p:nvPr/>
          </p:nvSpPr>
          <p:spPr>
            <a:xfrm>
              <a:off x="5384880" y="2215440"/>
              <a:ext cx="1596960" cy="973440"/>
            </a:xfrm>
            <a:custGeom>
              <a:avLst/>
              <a:gdLst/>
              <a:ahLst/>
              <a:rect l="l" t="t" r="r" b="b"/>
              <a:pathLst>
                <a:path w="27070" h="16504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Google Shape;890;p21"/>
            <p:cNvSpPr/>
            <p:nvPr/>
          </p:nvSpPr>
          <p:spPr>
            <a:xfrm>
              <a:off x="5381640" y="2212200"/>
              <a:ext cx="1603440" cy="980640"/>
            </a:xfrm>
            <a:custGeom>
              <a:avLst/>
              <a:gdLst/>
              <a:ahLst/>
              <a:rect l="l" t="t" r="r" b="b"/>
              <a:pathLst>
                <a:path w="27182" h="16625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" name="Google Shape;891;p21"/>
            <p:cNvSpPr/>
            <p:nvPr/>
          </p:nvSpPr>
          <p:spPr>
            <a:xfrm>
              <a:off x="6980400" y="2606760"/>
              <a:ext cx="6120" cy="189720"/>
            </a:xfrm>
            <a:custGeom>
              <a:avLst/>
              <a:gdLst/>
              <a:ahLst/>
              <a:rect l="l" t="t" r="r" b="b"/>
              <a:pathLst>
                <a:path w="112" h="322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Google Shape;892;p21"/>
            <p:cNvSpPr/>
            <p:nvPr/>
          </p:nvSpPr>
          <p:spPr>
            <a:xfrm>
              <a:off x="6165360" y="2134440"/>
              <a:ext cx="38520" cy="38160"/>
            </a:xfrm>
            <a:custGeom>
              <a:avLst/>
              <a:gdLst/>
              <a:ahLst/>
              <a:rect l="l" t="t" r="r" b="b"/>
              <a:pathLst>
                <a:path w="659" h="65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Google Shape;893;p21"/>
            <p:cNvSpPr/>
            <p:nvPr/>
          </p:nvSpPr>
          <p:spPr>
            <a:xfrm>
              <a:off x="6162120" y="2130480"/>
              <a:ext cx="45720" cy="45720"/>
            </a:xfrm>
            <a:custGeom>
              <a:avLst/>
              <a:gdLst/>
              <a:ahLst/>
              <a:rect l="l" t="t" r="r" b="b"/>
              <a:pathLst>
                <a:path w="780" h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Google Shape;894;p21"/>
            <p:cNvSpPr/>
            <p:nvPr/>
          </p:nvSpPr>
          <p:spPr>
            <a:xfrm>
              <a:off x="6938280" y="3231360"/>
              <a:ext cx="38520" cy="38520"/>
            </a:xfrm>
            <a:custGeom>
              <a:avLst/>
              <a:gdLst/>
              <a:ahLst/>
              <a:rect l="l" t="t" r="r" b="b"/>
              <a:pathLst>
                <a:path w="660" h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Google Shape;895;p21"/>
            <p:cNvSpPr/>
            <p:nvPr/>
          </p:nvSpPr>
          <p:spPr>
            <a:xfrm>
              <a:off x="6935040" y="3227400"/>
              <a:ext cx="45720" cy="45720"/>
            </a:xfrm>
            <a:custGeom>
              <a:avLst/>
              <a:gdLst/>
              <a:ahLst/>
              <a:rect l="l" t="t" r="r" b="b"/>
              <a:pathLst>
                <a:path w="780" h="781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Google Shape;896;p21"/>
            <p:cNvSpPr/>
            <p:nvPr/>
          </p:nvSpPr>
          <p:spPr>
            <a:xfrm>
              <a:off x="6871680" y="3239640"/>
              <a:ext cx="22320" cy="21600"/>
            </a:xfrm>
            <a:custGeom>
              <a:avLst/>
              <a:gdLst/>
              <a:ahLst/>
              <a:rect l="l" t="t" r="r" b="b"/>
              <a:pathLst>
                <a:path w="382" h="37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Google Shape;897;p21"/>
            <p:cNvSpPr/>
            <p:nvPr/>
          </p:nvSpPr>
          <p:spPr>
            <a:xfrm>
              <a:off x="6827400" y="3239640"/>
              <a:ext cx="21960" cy="21600"/>
            </a:xfrm>
            <a:custGeom>
              <a:avLst/>
              <a:gdLst/>
              <a:ahLst/>
              <a:rect l="l" t="t" r="r" b="b"/>
              <a:pathLst>
                <a:path w="381" h="372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Google Shape;898;p21"/>
            <p:cNvSpPr/>
            <p:nvPr/>
          </p:nvSpPr>
          <p:spPr>
            <a:xfrm>
              <a:off x="5974560" y="3314520"/>
              <a:ext cx="421200" cy="77400"/>
            </a:xfrm>
            <a:custGeom>
              <a:avLst/>
              <a:gdLst/>
              <a:ahLst/>
              <a:rect l="l" t="t" r="r" b="b"/>
              <a:pathLst>
                <a:path w="7144" h="1319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Google Shape;899;p21"/>
            <p:cNvSpPr/>
            <p:nvPr/>
          </p:nvSpPr>
          <p:spPr>
            <a:xfrm>
              <a:off x="5971320" y="3311280"/>
              <a:ext cx="427680" cy="83880"/>
            </a:xfrm>
            <a:custGeom>
              <a:avLst/>
              <a:gdLst/>
              <a:ahLst/>
              <a:rect l="l" t="t" r="r" b="b"/>
              <a:pathLst>
                <a:path w="7256" h="1429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Google Shape;900;p21"/>
            <p:cNvSpPr/>
            <p:nvPr/>
          </p:nvSpPr>
          <p:spPr>
            <a:xfrm>
              <a:off x="5387760" y="3562920"/>
              <a:ext cx="1594800" cy="130680"/>
            </a:xfrm>
            <a:custGeom>
              <a:avLst/>
              <a:gdLst/>
              <a:ahLst/>
              <a:rect l="l" t="t" r="r" b="b"/>
              <a:pathLst>
                <a:path w="27034" h="2218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Google Shape;901;p21"/>
            <p:cNvSpPr/>
            <p:nvPr/>
          </p:nvSpPr>
          <p:spPr>
            <a:xfrm>
              <a:off x="5383800" y="3559320"/>
              <a:ext cx="1602360" cy="138240"/>
            </a:xfrm>
            <a:custGeom>
              <a:avLst/>
              <a:gdLst/>
              <a:ahLst/>
              <a:rect l="l" t="t" r="r" b="b"/>
              <a:pathLst>
                <a:path w="27164" h="2348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Google Shape;902;p21"/>
            <p:cNvSpPr/>
            <p:nvPr/>
          </p:nvSpPr>
          <p:spPr>
            <a:xfrm>
              <a:off x="555588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Google Shape;903;p21"/>
            <p:cNvSpPr/>
            <p:nvPr/>
          </p:nvSpPr>
          <p:spPr>
            <a:xfrm>
              <a:off x="5552640" y="358992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Google Shape;904;p21"/>
            <p:cNvSpPr/>
            <p:nvPr/>
          </p:nvSpPr>
          <p:spPr>
            <a:xfrm>
              <a:off x="5695200" y="3593160"/>
              <a:ext cx="113040" cy="38160"/>
            </a:xfrm>
            <a:custGeom>
              <a:avLst/>
              <a:gdLst/>
              <a:ahLst/>
              <a:rect l="l" t="t" r="r" b="b"/>
              <a:pathLst>
                <a:path w="1921" h="65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Google Shape;905;p21"/>
            <p:cNvSpPr/>
            <p:nvPr/>
          </p:nvSpPr>
          <p:spPr>
            <a:xfrm>
              <a:off x="5691960" y="3589920"/>
              <a:ext cx="119520" cy="44640"/>
            </a:xfrm>
            <a:custGeom>
              <a:avLst/>
              <a:gdLst/>
              <a:ahLst/>
              <a:rect l="l" t="t" r="r" b="b"/>
              <a:pathLst>
                <a:path w="2033" h="762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906;p21"/>
            <p:cNvSpPr/>
            <p:nvPr/>
          </p:nvSpPr>
          <p:spPr>
            <a:xfrm>
              <a:off x="583884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Google Shape;907;p21"/>
            <p:cNvSpPr/>
            <p:nvPr/>
          </p:nvSpPr>
          <p:spPr>
            <a:xfrm>
              <a:off x="5835600" y="358992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Google Shape;908;p21"/>
            <p:cNvSpPr/>
            <p:nvPr/>
          </p:nvSpPr>
          <p:spPr>
            <a:xfrm>
              <a:off x="597816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909;p21"/>
            <p:cNvSpPr/>
            <p:nvPr/>
          </p:nvSpPr>
          <p:spPr>
            <a:xfrm>
              <a:off x="5974920" y="3589920"/>
              <a:ext cx="119520" cy="44640"/>
            </a:xfrm>
            <a:custGeom>
              <a:avLst/>
              <a:gdLst/>
              <a:ahLst/>
              <a:rect l="l" t="t" r="r" b="b"/>
              <a:pathLst>
                <a:path w="2033" h="762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Google Shape;910;p21"/>
            <p:cNvSpPr/>
            <p:nvPr/>
          </p:nvSpPr>
          <p:spPr>
            <a:xfrm>
              <a:off x="612000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Google Shape;911;p21"/>
            <p:cNvSpPr/>
            <p:nvPr/>
          </p:nvSpPr>
          <p:spPr>
            <a:xfrm>
              <a:off x="6116760" y="3589920"/>
              <a:ext cx="119160" cy="44640"/>
            </a:xfrm>
            <a:custGeom>
              <a:avLst/>
              <a:gdLst/>
              <a:ahLst/>
              <a:rect l="l" t="t" r="r" b="b"/>
              <a:pathLst>
                <a:path w="2023" h="76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912;p21"/>
            <p:cNvSpPr/>
            <p:nvPr/>
          </p:nvSpPr>
          <p:spPr>
            <a:xfrm>
              <a:off x="625968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Google Shape;913;p21"/>
            <p:cNvSpPr/>
            <p:nvPr/>
          </p:nvSpPr>
          <p:spPr>
            <a:xfrm>
              <a:off x="6256440" y="3589920"/>
              <a:ext cx="119160" cy="44640"/>
            </a:xfrm>
            <a:custGeom>
              <a:avLst/>
              <a:gdLst/>
              <a:ahLst/>
              <a:rect l="l" t="t" r="r" b="b"/>
              <a:pathLst>
                <a:path w="2024" h="762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914;p21"/>
            <p:cNvSpPr/>
            <p:nvPr/>
          </p:nvSpPr>
          <p:spPr>
            <a:xfrm>
              <a:off x="640296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915;p21"/>
            <p:cNvSpPr/>
            <p:nvPr/>
          </p:nvSpPr>
          <p:spPr>
            <a:xfrm>
              <a:off x="6399360" y="358992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Google Shape;916;p21"/>
            <p:cNvSpPr/>
            <p:nvPr/>
          </p:nvSpPr>
          <p:spPr>
            <a:xfrm>
              <a:off x="654264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Google Shape;917;p21"/>
            <p:cNvSpPr/>
            <p:nvPr/>
          </p:nvSpPr>
          <p:spPr>
            <a:xfrm>
              <a:off x="6539400" y="3589920"/>
              <a:ext cx="119160" cy="44640"/>
            </a:xfrm>
            <a:custGeom>
              <a:avLst/>
              <a:gdLst/>
              <a:ahLst/>
              <a:rect l="l" t="t" r="r" b="b"/>
              <a:pathLst>
                <a:path w="2023" h="76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918;p21"/>
            <p:cNvSpPr/>
            <p:nvPr/>
          </p:nvSpPr>
          <p:spPr>
            <a:xfrm>
              <a:off x="6689160" y="359316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Google Shape;919;p21"/>
            <p:cNvSpPr/>
            <p:nvPr/>
          </p:nvSpPr>
          <p:spPr>
            <a:xfrm>
              <a:off x="6685920" y="3589920"/>
              <a:ext cx="119160" cy="44640"/>
            </a:xfrm>
            <a:custGeom>
              <a:avLst/>
              <a:gdLst/>
              <a:ahLst/>
              <a:rect l="l" t="t" r="r" b="b"/>
              <a:pathLst>
                <a:path w="2023" h="76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" name="Google Shape;920;p21"/>
            <p:cNvSpPr/>
            <p:nvPr/>
          </p:nvSpPr>
          <p:spPr>
            <a:xfrm>
              <a:off x="548964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Google Shape;921;p21"/>
            <p:cNvSpPr/>
            <p:nvPr/>
          </p:nvSpPr>
          <p:spPr>
            <a:xfrm>
              <a:off x="5486400" y="3616200"/>
              <a:ext cx="119160" cy="44640"/>
            </a:xfrm>
            <a:custGeom>
              <a:avLst/>
              <a:gdLst/>
              <a:ahLst/>
              <a:rect l="l" t="t" r="r" b="b"/>
              <a:pathLst>
                <a:path w="2023" h="761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" name="Google Shape;922;p21"/>
            <p:cNvSpPr/>
            <p:nvPr/>
          </p:nvSpPr>
          <p:spPr>
            <a:xfrm>
              <a:off x="562896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Google Shape;923;p21"/>
            <p:cNvSpPr/>
            <p:nvPr/>
          </p:nvSpPr>
          <p:spPr>
            <a:xfrm>
              <a:off x="5625720" y="361620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1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Google Shape;924;p21"/>
            <p:cNvSpPr/>
            <p:nvPr/>
          </p:nvSpPr>
          <p:spPr>
            <a:xfrm>
              <a:off x="577260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Google Shape;925;p21"/>
            <p:cNvSpPr/>
            <p:nvPr/>
          </p:nvSpPr>
          <p:spPr>
            <a:xfrm>
              <a:off x="5769360" y="3616200"/>
              <a:ext cx="119160" cy="44640"/>
            </a:xfrm>
            <a:custGeom>
              <a:avLst/>
              <a:gdLst/>
              <a:ahLst/>
              <a:rect l="l" t="t" r="r" b="b"/>
              <a:pathLst>
                <a:path w="2024" h="761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Google Shape;926;p21"/>
            <p:cNvSpPr/>
            <p:nvPr/>
          </p:nvSpPr>
          <p:spPr>
            <a:xfrm>
              <a:off x="591192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Google Shape;927;p21"/>
            <p:cNvSpPr/>
            <p:nvPr/>
          </p:nvSpPr>
          <p:spPr>
            <a:xfrm>
              <a:off x="5908680" y="361620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1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Google Shape;928;p21"/>
            <p:cNvSpPr/>
            <p:nvPr/>
          </p:nvSpPr>
          <p:spPr>
            <a:xfrm>
              <a:off x="6053400" y="3619440"/>
              <a:ext cx="113040" cy="38160"/>
            </a:xfrm>
            <a:custGeom>
              <a:avLst/>
              <a:gdLst/>
              <a:ahLst/>
              <a:rect l="l" t="t" r="r" b="b"/>
              <a:pathLst>
                <a:path w="1921" h="65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Google Shape;929;p21"/>
            <p:cNvSpPr/>
            <p:nvPr/>
          </p:nvSpPr>
          <p:spPr>
            <a:xfrm>
              <a:off x="6050160" y="3616200"/>
              <a:ext cx="119520" cy="44640"/>
            </a:xfrm>
            <a:custGeom>
              <a:avLst/>
              <a:gdLst/>
              <a:ahLst/>
              <a:rect l="l" t="t" r="r" b="b"/>
              <a:pathLst>
                <a:path w="2033" h="761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" name="Google Shape;930;p21"/>
            <p:cNvSpPr/>
            <p:nvPr/>
          </p:nvSpPr>
          <p:spPr>
            <a:xfrm>
              <a:off x="619344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" name="Google Shape;931;p21"/>
            <p:cNvSpPr/>
            <p:nvPr/>
          </p:nvSpPr>
          <p:spPr>
            <a:xfrm>
              <a:off x="6190200" y="3616200"/>
              <a:ext cx="119160" cy="44640"/>
            </a:xfrm>
            <a:custGeom>
              <a:avLst/>
              <a:gdLst/>
              <a:ahLst/>
              <a:rect l="l" t="t" r="r" b="b"/>
              <a:pathLst>
                <a:path w="2023" h="761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Google Shape;932;p21"/>
            <p:cNvSpPr/>
            <p:nvPr/>
          </p:nvSpPr>
          <p:spPr>
            <a:xfrm>
              <a:off x="633672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Google Shape;933;p21"/>
            <p:cNvSpPr/>
            <p:nvPr/>
          </p:nvSpPr>
          <p:spPr>
            <a:xfrm>
              <a:off x="6333120" y="3616200"/>
              <a:ext cx="119520" cy="44640"/>
            </a:xfrm>
            <a:custGeom>
              <a:avLst/>
              <a:gdLst/>
              <a:ahLst/>
              <a:rect l="l" t="t" r="r" b="b"/>
              <a:pathLst>
                <a:path w="2033" h="761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Google Shape;934;p21"/>
            <p:cNvSpPr/>
            <p:nvPr/>
          </p:nvSpPr>
          <p:spPr>
            <a:xfrm>
              <a:off x="647640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" name="Google Shape;935;p21"/>
            <p:cNvSpPr/>
            <p:nvPr/>
          </p:nvSpPr>
          <p:spPr>
            <a:xfrm>
              <a:off x="6472440" y="361620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1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9" name="Google Shape;936;p21"/>
            <p:cNvSpPr/>
            <p:nvPr/>
          </p:nvSpPr>
          <p:spPr>
            <a:xfrm>
              <a:off x="662328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0" name="Google Shape;937;p21"/>
            <p:cNvSpPr/>
            <p:nvPr/>
          </p:nvSpPr>
          <p:spPr>
            <a:xfrm>
              <a:off x="6619680" y="3616200"/>
              <a:ext cx="119160" cy="44640"/>
            </a:xfrm>
            <a:custGeom>
              <a:avLst/>
              <a:gdLst/>
              <a:ahLst/>
              <a:rect l="l" t="t" r="r" b="b"/>
              <a:pathLst>
                <a:path w="2024" h="761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1" name="Google Shape;938;p21"/>
            <p:cNvSpPr/>
            <p:nvPr/>
          </p:nvSpPr>
          <p:spPr>
            <a:xfrm>
              <a:off x="6762600" y="3619440"/>
              <a:ext cx="112320" cy="38160"/>
            </a:xfrm>
            <a:custGeom>
              <a:avLst/>
              <a:gdLst/>
              <a:ahLst/>
              <a:rect l="l" t="t" r="r" b="b"/>
              <a:pathLst>
                <a:path w="1912" h="651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" name="Google Shape;939;p21"/>
            <p:cNvSpPr/>
            <p:nvPr/>
          </p:nvSpPr>
          <p:spPr>
            <a:xfrm>
              <a:off x="6759360" y="3616200"/>
              <a:ext cx="119520" cy="44640"/>
            </a:xfrm>
            <a:custGeom>
              <a:avLst/>
              <a:gdLst/>
              <a:ahLst/>
              <a:rect l="l" t="t" r="r" b="b"/>
              <a:pathLst>
                <a:path w="2032" h="761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" name="Google Shape;940;p21"/>
            <p:cNvSpPr/>
            <p:nvPr/>
          </p:nvSpPr>
          <p:spPr>
            <a:xfrm>
              <a:off x="5500440" y="2314080"/>
              <a:ext cx="906840" cy="791640"/>
            </a:xfrm>
            <a:custGeom>
              <a:avLst/>
              <a:gdLst/>
              <a:ahLst/>
              <a:rect l="l" t="t" r="r" b="b"/>
              <a:pathLst>
                <a:path w="15373" h="13424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4" name="Google Shape;941;p21"/>
            <p:cNvSpPr/>
            <p:nvPr/>
          </p:nvSpPr>
          <p:spPr>
            <a:xfrm>
              <a:off x="5497200" y="2310480"/>
              <a:ext cx="913320" cy="798480"/>
            </a:xfrm>
            <a:custGeom>
              <a:avLst/>
              <a:gdLst/>
              <a:ahLst/>
              <a:rect l="l" t="t" r="r" b="b"/>
              <a:pathLst>
                <a:path w="15484" h="13536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5" name="Google Shape;942;p21"/>
            <p:cNvSpPr/>
            <p:nvPr/>
          </p:nvSpPr>
          <p:spPr>
            <a:xfrm>
              <a:off x="5500440" y="2314080"/>
              <a:ext cx="906840" cy="72000"/>
            </a:xfrm>
            <a:custGeom>
              <a:avLst/>
              <a:gdLst/>
              <a:ahLst/>
              <a:rect l="l" t="t" r="r" b="b"/>
              <a:pathLst>
                <a:path w="15373" h="1225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" name="Google Shape;943;p21"/>
            <p:cNvSpPr/>
            <p:nvPr/>
          </p:nvSpPr>
          <p:spPr>
            <a:xfrm>
              <a:off x="5497200" y="2310480"/>
              <a:ext cx="913320" cy="78480"/>
            </a:xfrm>
            <a:custGeom>
              <a:avLst/>
              <a:gdLst/>
              <a:ahLst/>
              <a:rect l="l" t="t" r="r" b="b"/>
              <a:pathLst>
                <a:path w="15484" h="1337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7" name="Google Shape;944;p21"/>
            <p:cNvSpPr/>
            <p:nvPr/>
          </p:nvSpPr>
          <p:spPr>
            <a:xfrm>
              <a:off x="5592600" y="2336760"/>
              <a:ext cx="30960" cy="30960"/>
            </a:xfrm>
            <a:custGeom>
              <a:avLst/>
              <a:gdLst/>
              <a:ahLst/>
              <a:rect l="l" t="t" r="r" b="b"/>
              <a:pathLst>
                <a:path w="530" h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8" name="Google Shape;945;p21"/>
            <p:cNvSpPr/>
            <p:nvPr/>
          </p:nvSpPr>
          <p:spPr>
            <a:xfrm>
              <a:off x="5640120" y="2336760"/>
              <a:ext cx="30960" cy="30960"/>
            </a:xfrm>
            <a:custGeom>
              <a:avLst/>
              <a:gdLst/>
              <a:ahLst/>
              <a:rect l="l" t="t" r="r" b="b"/>
              <a:pathLst>
                <a:path w="530" h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Google Shape;946;p21"/>
            <p:cNvSpPr/>
            <p:nvPr/>
          </p:nvSpPr>
          <p:spPr>
            <a:xfrm>
              <a:off x="5545440" y="2336760"/>
              <a:ext cx="30960" cy="30960"/>
            </a:xfrm>
            <a:custGeom>
              <a:avLst/>
              <a:gdLst/>
              <a:ahLst/>
              <a:rect l="l" t="t" r="r" b="b"/>
              <a:pathLst>
                <a:path w="530" h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Google Shape;947;p21"/>
            <p:cNvSpPr/>
            <p:nvPr/>
          </p:nvSpPr>
          <p:spPr>
            <a:xfrm>
              <a:off x="5588640" y="2509200"/>
              <a:ext cx="555840" cy="6840"/>
            </a:xfrm>
            <a:custGeom>
              <a:avLst/>
              <a:gdLst/>
              <a:ahLst/>
              <a:rect l="l" t="t" r="r" b="b"/>
              <a:pathLst>
                <a:path w="9426" h="122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1" name="Google Shape;948;p21"/>
            <p:cNvSpPr/>
            <p:nvPr/>
          </p:nvSpPr>
          <p:spPr>
            <a:xfrm>
              <a:off x="5588640" y="2608920"/>
              <a:ext cx="199440" cy="6840"/>
            </a:xfrm>
            <a:custGeom>
              <a:avLst/>
              <a:gdLst/>
              <a:ahLst/>
              <a:rect l="l" t="t" r="r" b="b"/>
              <a:pathLst>
                <a:path w="3387" h="121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2" name="Google Shape;949;p21"/>
            <p:cNvSpPr/>
            <p:nvPr/>
          </p:nvSpPr>
          <p:spPr>
            <a:xfrm>
              <a:off x="5861160" y="2608920"/>
              <a:ext cx="240480" cy="6840"/>
            </a:xfrm>
            <a:custGeom>
              <a:avLst/>
              <a:gdLst/>
              <a:ahLst/>
              <a:rect l="l" t="t" r="r" b="b"/>
              <a:pathLst>
                <a:path w="4082" h="121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" name="Google Shape;950;p21"/>
            <p:cNvSpPr/>
            <p:nvPr/>
          </p:nvSpPr>
          <p:spPr>
            <a:xfrm>
              <a:off x="5588640" y="2912040"/>
              <a:ext cx="358560" cy="6120"/>
            </a:xfrm>
            <a:custGeom>
              <a:avLst/>
              <a:gdLst/>
              <a:ahLst/>
              <a:rect l="l" t="t" r="r" b="b"/>
              <a:pathLst>
                <a:path w="6086" h="112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Google Shape;951;p21"/>
            <p:cNvSpPr/>
            <p:nvPr/>
          </p:nvSpPr>
          <p:spPr>
            <a:xfrm>
              <a:off x="5588640" y="2714040"/>
              <a:ext cx="560880" cy="6120"/>
            </a:xfrm>
            <a:custGeom>
              <a:avLst/>
              <a:gdLst/>
              <a:ahLst/>
              <a:rect l="l" t="t" r="r" b="b"/>
              <a:pathLst>
                <a:path w="9510" h="112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5" name="Google Shape;952;p21"/>
            <p:cNvSpPr/>
            <p:nvPr/>
          </p:nvSpPr>
          <p:spPr>
            <a:xfrm>
              <a:off x="5588640" y="2813760"/>
              <a:ext cx="181800" cy="6840"/>
            </a:xfrm>
            <a:custGeom>
              <a:avLst/>
              <a:gdLst/>
              <a:ahLst/>
              <a:rect l="l" t="t" r="r" b="b"/>
              <a:pathLst>
                <a:path w="3090" h="122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6" name="Google Shape;953;p21"/>
            <p:cNvSpPr/>
            <p:nvPr/>
          </p:nvSpPr>
          <p:spPr>
            <a:xfrm>
              <a:off x="5818320" y="2813760"/>
              <a:ext cx="325800" cy="6840"/>
            </a:xfrm>
            <a:custGeom>
              <a:avLst/>
              <a:gdLst/>
              <a:ahLst/>
              <a:rect l="l" t="t" r="r" b="b"/>
              <a:pathLst>
                <a:path w="5530" h="122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7" name="Google Shape;954;p21"/>
            <p:cNvSpPr/>
            <p:nvPr/>
          </p:nvSpPr>
          <p:spPr>
            <a:xfrm>
              <a:off x="6467760" y="2428200"/>
              <a:ext cx="408960" cy="671760"/>
            </a:xfrm>
            <a:custGeom>
              <a:avLst/>
              <a:gdLst/>
              <a:ahLst/>
              <a:rect l="l" t="t" r="r" b="b"/>
              <a:pathLst>
                <a:path w="6940" h="11393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8" name="Google Shape;955;p21"/>
            <p:cNvSpPr/>
            <p:nvPr/>
          </p:nvSpPr>
          <p:spPr>
            <a:xfrm>
              <a:off x="6464520" y="2424960"/>
              <a:ext cx="416160" cy="678240"/>
            </a:xfrm>
            <a:custGeom>
              <a:avLst/>
              <a:gdLst/>
              <a:ahLst/>
              <a:rect l="l" t="t" r="r" b="b"/>
              <a:pathLst>
                <a:path w="7060" h="11504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" name="Google Shape;956;p21"/>
            <p:cNvSpPr/>
            <p:nvPr/>
          </p:nvSpPr>
          <p:spPr>
            <a:xfrm>
              <a:off x="6527160" y="2556000"/>
              <a:ext cx="135360" cy="6840"/>
            </a:xfrm>
            <a:custGeom>
              <a:avLst/>
              <a:gdLst/>
              <a:ahLst/>
              <a:rect l="l" t="t" r="r" b="b"/>
              <a:pathLst>
                <a:path w="2302" h="121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" name="Google Shape;957;p21"/>
            <p:cNvSpPr/>
            <p:nvPr/>
          </p:nvSpPr>
          <p:spPr>
            <a:xfrm>
              <a:off x="6688800" y="2556000"/>
              <a:ext cx="52920" cy="6840"/>
            </a:xfrm>
            <a:custGeom>
              <a:avLst/>
              <a:gdLst/>
              <a:ahLst/>
              <a:rect l="l" t="t" r="r" b="b"/>
              <a:pathLst>
                <a:path w="901" h="12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1" name="Google Shape;958;p21"/>
            <p:cNvSpPr/>
            <p:nvPr/>
          </p:nvSpPr>
          <p:spPr>
            <a:xfrm>
              <a:off x="6771960" y="2556000"/>
              <a:ext cx="48600" cy="6840"/>
            </a:xfrm>
            <a:custGeom>
              <a:avLst/>
              <a:gdLst/>
              <a:ahLst/>
              <a:rect l="l" t="t" r="r" b="b"/>
              <a:pathLst>
                <a:path w="827" h="12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2" name="Google Shape;959;p21"/>
            <p:cNvSpPr/>
            <p:nvPr/>
          </p:nvSpPr>
          <p:spPr>
            <a:xfrm>
              <a:off x="6684840" y="2644920"/>
              <a:ext cx="135360" cy="6120"/>
            </a:xfrm>
            <a:custGeom>
              <a:avLst/>
              <a:gdLst/>
              <a:ahLst/>
              <a:rect l="l" t="t" r="r" b="b"/>
              <a:pathLst>
                <a:path w="2302" h="11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3" name="Google Shape;960;p21"/>
            <p:cNvSpPr/>
            <p:nvPr/>
          </p:nvSpPr>
          <p:spPr>
            <a:xfrm>
              <a:off x="6606000" y="2644920"/>
              <a:ext cx="52920" cy="6120"/>
            </a:xfrm>
            <a:custGeom>
              <a:avLst/>
              <a:gdLst/>
              <a:ahLst/>
              <a:rect l="l" t="t" r="r" b="b"/>
              <a:pathLst>
                <a:path w="901" h="112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4" name="Google Shape;961;p21"/>
            <p:cNvSpPr/>
            <p:nvPr/>
          </p:nvSpPr>
          <p:spPr>
            <a:xfrm>
              <a:off x="6527160" y="2644920"/>
              <a:ext cx="48600" cy="6120"/>
            </a:xfrm>
            <a:custGeom>
              <a:avLst/>
              <a:gdLst/>
              <a:ahLst/>
              <a:rect l="l" t="t" r="r" b="b"/>
              <a:pathLst>
                <a:path w="827" h="11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5" name="Google Shape;962;p21"/>
            <p:cNvSpPr/>
            <p:nvPr/>
          </p:nvSpPr>
          <p:spPr>
            <a:xfrm>
              <a:off x="6527160" y="2600280"/>
              <a:ext cx="73080" cy="6480"/>
            </a:xfrm>
            <a:custGeom>
              <a:avLst/>
              <a:gdLst/>
              <a:ahLst/>
              <a:rect l="l" t="t" r="r" b="b"/>
              <a:pathLst>
                <a:path w="1245" h="113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6" name="Google Shape;963;p21"/>
            <p:cNvSpPr/>
            <p:nvPr/>
          </p:nvSpPr>
          <p:spPr>
            <a:xfrm>
              <a:off x="6621840" y="2600280"/>
              <a:ext cx="119520" cy="6480"/>
            </a:xfrm>
            <a:custGeom>
              <a:avLst/>
              <a:gdLst/>
              <a:ahLst/>
              <a:rect l="l" t="t" r="r" b="b"/>
              <a:pathLst>
                <a:path w="2033" h="11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Google Shape;964;p21"/>
            <p:cNvSpPr/>
            <p:nvPr/>
          </p:nvSpPr>
          <p:spPr>
            <a:xfrm>
              <a:off x="6771960" y="2600280"/>
              <a:ext cx="48600" cy="6480"/>
            </a:xfrm>
            <a:custGeom>
              <a:avLst/>
              <a:gdLst/>
              <a:ahLst/>
              <a:rect l="l" t="t" r="r" b="b"/>
              <a:pathLst>
                <a:path w="827" h="113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8" name="Google Shape;965;p21"/>
            <p:cNvSpPr/>
            <p:nvPr/>
          </p:nvSpPr>
          <p:spPr>
            <a:xfrm>
              <a:off x="6527160" y="2684520"/>
              <a:ext cx="135360" cy="6840"/>
            </a:xfrm>
            <a:custGeom>
              <a:avLst/>
              <a:gdLst/>
              <a:ahLst/>
              <a:rect l="l" t="t" r="r" b="b"/>
              <a:pathLst>
                <a:path w="2302" h="12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9" name="Google Shape;966;p21"/>
            <p:cNvSpPr/>
            <p:nvPr/>
          </p:nvSpPr>
          <p:spPr>
            <a:xfrm>
              <a:off x="6688800" y="2684520"/>
              <a:ext cx="52920" cy="6840"/>
            </a:xfrm>
            <a:custGeom>
              <a:avLst/>
              <a:gdLst/>
              <a:ahLst/>
              <a:rect l="l" t="t" r="r" b="b"/>
              <a:pathLst>
                <a:path w="901" h="12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0" name="Google Shape;967;p21"/>
            <p:cNvSpPr/>
            <p:nvPr/>
          </p:nvSpPr>
          <p:spPr>
            <a:xfrm>
              <a:off x="6527160" y="2826720"/>
              <a:ext cx="135360" cy="6840"/>
            </a:xfrm>
            <a:custGeom>
              <a:avLst/>
              <a:gdLst/>
              <a:ahLst/>
              <a:rect l="l" t="t" r="r" b="b"/>
              <a:pathLst>
                <a:path w="2302" h="121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1" name="Google Shape;968;p21"/>
            <p:cNvSpPr/>
            <p:nvPr/>
          </p:nvSpPr>
          <p:spPr>
            <a:xfrm>
              <a:off x="6688800" y="2826720"/>
              <a:ext cx="52920" cy="6840"/>
            </a:xfrm>
            <a:custGeom>
              <a:avLst/>
              <a:gdLst/>
              <a:ahLst/>
              <a:rect l="l" t="t" r="r" b="b"/>
              <a:pathLst>
                <a:path w="901" h="12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2" name="Google Shape;969;p21"/>
            <p:cNvSpPr/>
            <p:nvPr/>
          </p:nvSpPr>
          <p:spPr>
            <a:xfrm>
              <a:off x="6771960" y="2684520"/>
              <a:ext cx="48600" cy="6840"/>
            </a:xfrm>
            <a:custGeom>
              <a:avLst/>
              <a:gdLst/>
              <a:ahLst/>
              <a:rect l="l" t="t" r="r" b="b"/>
              <a:pathLst>
                <a:path w="827" h="12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3" name="Google Shape;970;p21"/>
            <p:cNvSpPr/>
            <p:nvPr/>
          </p:nvSpPr>
          <p:spPr>
            <a:xfrm>
              <a:off x="6684840" y="2773800"/>
              <a:ext cx="135360" cy="6120"/>
            </a:xfrm>
            <a:custGeom>
              <a:avLst/>
              <a:gdLst/>
              <a:ahLst/>
              <a:rect l="l" t="t" r="r" b="b"/>
              <a:pathLst>
                <a:path w="2302" h="11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" name="Google Shape;971;p21"/>
            <p:cNvSpPr/>
            <p:nvPr/>
          </p:nvSpPr>
          <p:spPr>
            <a:xfrm>
              <a:off x="6606000" y="2773800"/>
              <a:ext cx="52920" cy="6120"/>
            </a:xfrm>
            <a:custGeom>
              <a:avLst/>
              <a:gdLst/>
              <a:ahLst/>
              <a:rect l="l" t="t" r="r" b="b"/>
              <a:pathLst>
                <a:path w="901" h="112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5" name="Google Shape;972;p21"/>
            <p:cNvSpPr/>
            <p:nvPr/>
          </p:nvSpPr>
          <p:spPr>
            <a:xfrm>
              <a:off x="6527160" y="2773800"/>
              <a:ext cx="48600" cy="6120"/>
            </a:xfrm>
            <a:custGeom>
              <a:avLst/>
              <a:gdLst/>
              <a:ahLst/>
              <a:rect l="l" t="t" r="r" b="b"/>
              <a:pathLst>
                <a:path w="827" h="112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6" name="Google Shape;973;p21"/>
            <p:cNvSpPr/>
            <p:nvPr/>
          </p:nvSpPr>
          <p:spPr>
            <a:xfrm>
              <a:off x="6606000" y="2874960"/>
              <a:ext cx="52920" cy="6840"/>
            </a:xfrm>
            <a:custGeom>
              <a:avLst/>
              <a:gdLst/>
              <a:ahLst/>
              <a:rect l="l" t="t" r="r" b="b"/>
              <a:pathLst>
                <a:path w="901" h="122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7" name="Google Shape;974;p21"/>
            <p:cNvSpPr/>
            <p:nvPr/>
          </p:nvSpPr>
          <p:spPr>
            <a:xfrm>
              <a:off x="6527160" y="2874960"/>
              <a:ext cx="48600" cy="6840"/>
            </a:xfrm>
            <a:custGeom>
              <a:avLst/>
              <a:gdLst/>
              <a:ahLst/>
              <a:rect l="l" t="t" r="r" b="b"/>
              <a:pathLst>
                <a:path w="827" h="122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Google Shape;975;p21"/>
            <p:cNvSpPr/>
            <p:nvPr/>
          </p:nvSpPr>
          <p:spPr>
            <a:xfrm>
              <a:off x="6527160" y="2728440"/>
              <a:ext cx="73080" cy="6840"/>
            </a:xfrm>
            <a:custGeom>
              <a:avLst/>
              <a:gdLst/>
              <a:ahLst/>
              <a:rect l="l" t="t" r="r" b="b"/>
              <a:pathLst>
                <a:path w="1245" h="122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" name="Google Shape;976;p21"/>
            <p:cNvSpPr/>
            <p:nvPr/>
          </p:nvSpPr>
          <p:spPr>
            <a:xfrm>
              <a:off x="6621840" y="2728440"/>
              <a:ext cx="119520" cy="6840"/>
            </a:xfrm>
            <a:custGeom>
              <a:avLst/>
              <a:gdLst/>
              <a:ahLst/>
              <a:rect l="l" t="t" r="r" b="b"/>
              <a:pathLst>
                <a:path w="2033" h="122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" name="Google Shape;977;p21"/>
            <p:cNvSpPr/>
            <p:nvPr/>
          </p:nvSpPr>
          <p:spPr>
            <a:xfrm>
              <a:off x="6771960" y="2728440"/>
              <a:ext cx="48600" cy="6840"/>
            </a:xfrm>
            <a:custGeom>
              <a:avLst/>
              <a:gdLst/>
              <a:ahLst/>
              <a:rect l="l" t="t" r="r" b="b"/>
              <a:pathLst>
                <a:path w="827" h="122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1" name="Google Shape;978;p21"/>
            <p:cNvSpPr/>
            <p:nvPr/>
          </p:nvSpPr>
          <p:spPr>
            <a:xfrm>
              <a:off x="6526080" y="2922480"/>
              <a:ext cx="119520" cy="6480"/>
            </a:xfrm>
            <a:custGeom>
              <a:avLst/>
              <a:gdLst/>
              <a:ahLst/>
              <a:rect l="l" t="t" r="r" b="b"/>
              <a:pathLst>
                <a:path w="2032" h="113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2" name="Google Shape;979;p21"/>
            <p:cNvSpPr/>
            <p:nvPr/>
          </p:nvSpPr>
          <p:spPr>
            <a:xfrm>
              <a:off x="6526080" y="2966760"/>
              <a:ext cx="48960" cy="6120"/>
            </a:xfrm>
            <a:custGeom>
              <a:avLst/>
              <a:gdLst/>
              <a:ahLst/>
              <a:rect l="l" t="t" r="r" b="b"/>
              <a:pathLst>
                <a:path w="836" h="112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3" name="Google Shape;980;p21"/>
            <p:cNvSpPr/>
            <p:nvPr/>
          </p:nvSpPr>
          <p:spPr>
            <a:xfrm>
              <a:off x="5786640" y="2431080"/>
              <a:ext cx="707400" cy="605520"/>
            </a:xfrm>
            <a:custGeom>
              <a:avLst/>
              <a:gdLst/>
              <a:ahLst/>
              <a:rect l="l" t="t" r="r" b="b"/>
              <a:pathLst>
                <a:path w="11996" h="1027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4" name="Google Shape;981;p21"/>
            <p:cNvSpPr/>
            <p:nvPr/>
          </p:nvSpPr>
          <p:spPr>
            <a:xfrm>
              <a:off x="5825160" y="2405160"/>
              <a:ext cx="707040" cy="605160"/>
            </a:xfrm>
            <a:custGeom>
              <a:avLst/>
              <a:gdLst/>
              <a:ahLst/>
              <a:rect l="l" t="t" r="r" b="b"/>
              <a:pathLst>
                <a:path w="11987" h="10261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" name="Google Shape;982;p21"/>
            <p:cNvSpPr/>
            <p:nvPr/>
          </p:nvSpPr>
          <p:spPr>
            <a:xfrm>
              <a:off x="5821920" y="2401920"/>
              <a:ext cx="713880" cy="611640"/>
            </a:xfrm>
            <a:custGeom>
              <a:avLst/>
              <a:gdLst/>
              <a:ahLst/>
              <a:rect l="l" t="t" r="r" b="b"/>
              <a:pathLst>
                <a:path w="12107" h="10372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6" name="Google Shape;983;p21"/>
            <p:cNvSpPr/>
            <p:nvPr/>
          </p:nvSpPr>
          <p:spPr>
            <a:xfrm>
              <a:off x="5777280" y="1654200"/>
              <a:ext cx="784440" cy="104760"/>
            </a:xfrm>
            <a:custGeom>
              <a:avLst/>
              <a:gdLst/>
              <a:ahLst/>
              <a:rect l="l" t="t" r="r" b="b"/>
              <a:pathLst>
                <a:path w="13304" h="1782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7" name="Google Shape;984;p21"/>
            <p:cNvSpPr/>
            <p:nvPr/>
          </p:nvSpPr>
          <p:spPr>
            <a:xfrm>
              <a:off x="5774040" y="1650600"/>
              <a:ext cx="791280" cy="111960"/>
            </a:xfrm>
            <a:custGeom>
              <a:avLst/>
              <a:gdLst/>
              <a:ahLst/>
              <a:rect l="l" t="t" r="r" b="b"/>
              <a:pathLst>
                <a:path w="13415" h="1903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Google Shape;985;p21"/>
            <p:cNvSpPr/>
            <p:nvPr/>
          </p:nvSpPr>
          <p:spPr>
            <a:xfrm>
              <a:off x="5913000" y="1818000"/>
              <a:ext cx="513000" cy="60840"/>
            </a:xfrm>
            <a:custGeom>
              <a:avLst/>
              <a:gdLst/>
              <a:ahLst/>
              <a:rect l="l" t="t" r="r" b="b"/>
              <a:pathLst>
                <a:path w="8703" h="104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9" name="Google Shape;986;p21"/>
            <p:cNvSpPr/>
            <p:nvPr/>
          </p:nvSpPr>
          <p:spPr>
            <a:xfrm>
              <a:off x="5909760" y="1814760"/>
              <a:ext cx="519840" cy="67680"/>
            </a:xfrm>
            <a:custGeom>
              <a:avLst/>
              <a:gdLst/>
              <a:ahLst/>
              <a:rect l="l" t="t" r="r" b="b"/>
              <a:pathLst>
                <a:path w="8814" h="1152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0" name="Google Shape;987;p21"/>
            <p:cNvSpPr/>
            <p:nvPr/>
          </p:nvSpPr>
          <p:spPr>
            <a:xfrm>
              <a:off x="6048360" y="1928520"/>
              <a:ext cx="242640" cy="74520"/>
            </a:xfrm>
            <a:custGeom>
              <a:avLst/>
              <a:gdLst/>
              <a:ahLst/>
              <a:rect l="l" t="t" r="r" b="b"/>
              <a:pathLst>
                <a:path w="4120" h="1272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1" name="Google Shape;988;p21"/>
            <p:cNvSpPr/>
            <p:nvPr/>
          </p:nvSpPr>
          <p:spPr>
            <a:xfrm>
              <a:off x="6045120" y="1924920"/>
              <a:ext cx="249120" cy="81720"/>
            </a:xfrm>
            <a:custGeom>
              <a:avLst/>
              <a:gdLst/>
              <a:ahLst/>
              <a:rect l="l" t="t" r="r" b="b"/>
              <a:pathLst>
                <a:path w="4231" h="1392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Google Shape;989;p21"/>
            <p:cNvSpPr/>
            <p:nvPr/>
          </p:nvSpPr>
          <p:spPr>
            <a:xfrm>
              <a:off x="5786280" y="1634760"/>
              <a:ext cx="784440" cy="104760"/>
            </a:xfrm>
            <a:custGeom>
              <a:avLst/>
              <a:gdLst/>
              <a:ahLst/>
              <a:rect l="l" t="t" r="r" b="b"/>
              <a:pathLst>
                <a:path w="13304" h="1782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Google Shape;990;p21"/>
            <p:cNvSpPr/>
            <p:nvPr/>
          </p:nvSpPr>
          <p:spPr>
            <a:xfrm>
              <a:off x="5783040" y="1631520"/>
              <a:ext cx="791640" cy="111960"/>
            </a:xfrm>
            <a:custGeom>
              <a:avLst/>
              <a:gdLst/>
              <a:ahLst/>
              <a:rect l="l" t="t" r="r" b="b"/>
              <a:pathLst>
                <a:path w="13425" h="1902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Google Shape;991;p21"/>
            <p:cNvSpPr/>
            <p:nvPr/>
          </p:nvSpPr>
          <p:spPr>
            <a:xfrm>
              <a:off x="5872680" y="1664280"/>
              <a:ext cx="607320" cy="41760"/>
            </a:xfrm>
            <a:custGeom>
              <a:avLst/>
              <a:gdLst/>
              <a:ahLst/>
              <a:rect l="l" t="t" r="r" b="b"/>
              <a:pathLst>
                <a:path w="10298" h="716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" name="Google Shape;992;p21"/>
            <p:cNvSpPr/>
            <p:nvPr/>
          </p:nvSpPr>
          <p:spPr>
            <a:xfrm>
              <a:off x="5922360" y="1798920"/>
              <a:ext cx="512640" cy="60840"/>
            </a:xfrm>
            <a:custGeom>
              <a:avLst/>
              <a:gdLst/>
              <a:ahLst/>
              <a:rect l="l" t="t" r="r" b="b"/>
              <a:pathLst>
                <a:path w="8693" h="104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" name="Google Shape;993;p21"/>
            <p:cNvSpPr/>
            <p:nvPr/>
          </p:nvSpPr>
          <p:spPr>
            <a:xfrm>
              <a:off x="5918760" y="1795680"/>
              <a:ext cx="519840" cy="67680"/>
            </a:xfrm>
            <a:custGeom>
              <a:avLst/>
              <a:gdLst/>
              <a:ahLst/>
              <a:rect l="l" t="t" r="r" b="b"/>
              <a:pathLst>
                <a:path w="8814" h="1151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7" name="Google Shape;994;p21"/>
            <p:cNvSpPr/>
            <p:nvPr/>
          </p:nvSpPr>
          <p:spPr>
            <a:xfrm>
              <a:off x="6026400" y="1815840"/>
              <a:ext cx="27000" cy="27000"/>
            </a:xfrm>
            <a:custGeom>
              <a:avLst/>
              <a:gdLst/>
              <a:ahLst/>
              <a:rect l="l" t="t" r="r" b="b"/>
              <a:pathLst>
                <a:path w="465" h="465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8" name="Google Shape;995;p21"/>
            <p:cNvSpPr/>
            <p:nvPr/>
          </p:nvSpPr>
          <p:spPr>
            <a:xfrm>
              <a:off x="6083280" y="1815840"/>
              <a:ext cx="27000" cy="27000"/>
            </a:xfrm>
            <a:custGeom>
              <a:avLst/>
              <a:gdLst/>
              <a:ahLst/>
              <a:rect l="l" t="t" r="r" b="b"/>
              <a:pathLst>
                <a:path w="465" h="465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9" name="Google Shape;996;p21"/>
            <p:cNvSpPr/>
            <p:nvPr/>
          </p:nvSpPr>
          <p:spPr>
            <a:xfrm>
              <a:off x="6136560" y="1815840"/>
              <a:ext cx="27000" cy="27000"/>
            </a:xfrm>
            <a:custGeom>
              <a:avLst/>
              <a:gdLst/>
              <a:ahLst/>
              <a:rect l="l" t="t" r="r" b="b"/>
              <a:pathLst>
                <a:path w="465" h="465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" name="Google Shape;997;p21"/>
            <p:cNvSpPr/>
            <p:nvPr/>
          </p:nvSpPr>
          <p:spPr>
            <a:xfrm>
              <a:off x="6193440" y="1815840"/>
              <a:ext cx="27000" cy="27000"/>
            </a:xfrm>
            <a:custGeom>
              <a:avLst/>
              <a:gdLst/>
              <a:ahLst/>
              <a:rect l="l" t="t" r="r" b="b"/>
              <a:pathLst>
                <a:path w="464" h="465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Google Shape;998;p21"/>
            <p:cNvSpPr/>
            <p:nvPr/>
          </p:nvSpPr>
          <p:spPr>
            <a:xfrm>
              <a:off x="6248160" y="1815840"/>
              <a:ext cx="27000" cy="27000"/>
            </a:xfrm>
            <a:custGeom>
              <a:avLst/>
              <a:gdLst/>
              <a:ahLst/>
              <a:rect l="l" t="t" r="r" b="b"/>
              <a:pathLst>
                <a:path w="465" h="465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999;p21"/>
            <p:cNvSpPr/>
            <p:nvPr/>
          </p:nvSpPr>
          <p:spPr>
            <a:xfrm>
              <a:off x="6305040" y="1815840"/>
              <a:ext cx="27000" cy="27000"/>
            </a:xfrm>
            <a:custGeom>
              <a:avLst/>
              <a:gdLst/>
              <a:ahLst/>
              <a:rect l="l" t="t" r="r" b="b"/>
              <a:pathLst>
                <a:path w="465" h="465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Google Shape;1000;p21"/>
            <p:cNvSpPr/>
            <p:nvPr/>
          </p:nvSpPr>
          <p:spPr>
            <a:xfrm>
              <a:off x="5990760" y="1257480"/>
              <a:ext cx="327960" cy="328680"/>
            </a:xfrm>
            <a:custGeom>
              <a:avLst/>
              <a:gdLst/>
              <a:ahLst/>
              <a:rect l="l" t="t" r="r" b="b"/>
              <a:pathLst>
                <a:path w="5567" h="5576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Google Shape;1001;p21"/>
            <p:cNvSpPr/>
            <p:nvPr/>
          </p:nvSpPr>
          <p:spPr>
            <a:xfrm>
              <a:off x="5987160" y="1254240"/>
              <a:ext cx="335160" cy="335160"/>
            </a:xfrm>
            <a:custGeom>
              <a:avLst/>
              <a:gdLst/>
              <a:ahLst/>
              <a:rect l="l" t="t" r="r" b="b"/>
              <a:pathLst>
                <a:path w="5688" h="5688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1002;p21"/>
            <p:cNvSpPr/>
            <p:nvPr/>
          </p:nvSpPr>
          <p:spPr>
            <a:xfrm>
              <a:off x="6014520" y="1236600"/>
              <a:ext cx="328680" cy="328680"/>
            </a:xfrm>
            <a:custGeom>
              <a:avLst/>
              <a:gdLst/>
              <a:ahLst/>
              <a:rect l="l" t="t" r="r" b="b"/>
              <a:pathLst>
                <a:path w="5576" h="5576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Google Shape;1003;p21"/>
            <p:cNvSpPr/>
            <p:nvPr/>
          </p:nvSpPr>
          <p:spPr>
            <a:xfrm>
              <a:off x="6011280" y="1233360"/>
              <a:ext cx="335160" cy="335160"/>
            </a:xfrm>
            <a:custGeom>
              <a:avLst/>
              <a:gdLst/>
              <a:ahLst/>
              <a:rect l="l" t="t" r="r" b="b"/>
              <a:pathLst>
                <a:path w="5687" h="5687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Google Shape;1004;p21"/>
            <p:cNvSpPr/>
            <p:nvPr/>
          </p:nvSpPr>
          <p:spPr>
            <a:xfrm>
              <a:off x="6105960" y="1411200"/>
              <a:ext cx="145800" cy="72720"/>
            </a:xfrm>
            <a:custGeom>
              <a:avLst/>
              <a:gdLst/>
              <a:ahLst/>
              <a:rect l="l" t="t" r="r" b="b"/>
              <a:pathLst>
                <a:path w="2478" h="1239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8" name="Google Shape;1005;p21"/>
            <p:cNvSpPr/>
            <p:nvPr/>
          </p:nvSpPr>
          <p:spPr>
            <a:xfrm>
              <a:off x="6102720" y="1407600"/>
              <a:ext cx="152280" cy="80280"/>
            </a:xfrm>
            <a:custGeom>
              <a:avLst/>
              <a:gdLst/>
              <a:ahLst/>
              <a:rect l="l" t="t" r="r" b="b"/>
              <a:pathLst>
                <a:path w="2589" h="1364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" name="Google Shape;1006;p21"/>
            <p:cNvSpPr/>
            <p:nvPr/>
          </p:nvSpPr>
          <p:spPr>
            <a:xfrm>
              <a:off x="6137640" y="1318320"/>
              <a:ext cx="82800" cy="82440"/>
            </a:xfrm>
            <a:custGeom>
              <a:avLst/>
              <a:gdLst/>
              <a:ahLst/>
              <a:rect l="l" t="t" r="r" b="b"/>
              <a:pathLst>
                <a:path w="1411" h="1402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" name="Google Shape;1007;p21"/>
            <p:cNvSpPr/>
            <p:nvPr/>
          </p:nvSpPr>
          <p:spPr>
            <a:xfrm>
              <a:off x="6134400" y="1314360"/>
              <a:ext cx="89280" cy="89640"/>
            </a:xfrm>
            <a:custGeom>
              <a:avLst/>
              <a:gdLst/>
              <a:ahLst/>
              <a:rect l="l" t="t" r="r" b="b"/>
              <a:pathLst>
                <a:path w="1522" h="1523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Google Shape;1008;p21"/>
            <p:cNvSpPr/>
            <p:nvPr/>
          </p:nvSpPr>
          <p:spPr>
            <a:xfrm>
              <a:off x="6057720" y="1908720"/>
              <a:ext cx="242280" cy="75240"/>
            </a:xfrm>
            <a:custGeom>
              <a:avLst/>
              <a:gdLst/>
              <a:ahLst/>
              <a:rect l="l" t="t" r="r" b="b"/>
              <a:pathLst>
                <a:path w="4111" h="1281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2" name="Google Shape;1009;p21"/>
            <p:cNvSpPr/>
            <p:nvPr/>
          </p:nvSpPr>
          <p:spPr>
            <a:xfrm>
              <a:off x="6054480" y="1905480"/>
              <a:ext cx="248760" cy="81720"/>
            </a:xfrm>
            <a:custGeom>
              <a:avLst/>
              <a:gdLst/>
              <a:ahLst/>
              <a:rect l="l" t="t" r="r" b="b"/>
              <a:pathLst>
                <a:path w="4222" h="1393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Google Shape;1010;p21"/>
            <p:cNvSpPr/>
            <p:nvPr/>
          </p:nvSpPr>
          <p:spPr>
            <a:xfrm>
              <a:off x="5938200" y="2483640"/>
              <a:ext cx="489960" cy="488520"/>
            </a:xfrm>
            <a:custGeom>
              <a:avLst/>
              <a:gdLst/>
              <a:ahLst/>
              <a:rect l="l" t="t" r="r" b="b"/>
              <a:pathLst>
                <a:path w="8313" h="8285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Google Shape;1011;p21"/>
            <p:cNvSpPr/>
            <p:nvPr/>
          </p:nvSpPr>
          <p:spPr>
            <a:xfrm>
              <a:off x="5937120" y="2480400"/>
              <a:ext cx="492480" cy="495720"/>
            </a:xfrm>
            <a:custGeom>
              <a:avLst/>
              <a:gdLst/>
              <a:ahLst/>
              <a:rect l="l" t="t" r="r" b="b"/>
              <a:pathLst>
                <a:path w="8350" h="8405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Google Shape;1012;p21"/>
            <p:cNvSpPr/>
            <p:nvPr/>
          </p:nvSpPr>
          <p:spPr>
            <a:xfrm>
              <a:off x="5938200" y="2441520"/>
              <a:ext cx="489960" cy="488880"/>
            </a:xfrm>
            <a:custGeom>
              <a:avLst/>
              <a:gdLst/>
              <a:ahLst/>
              <a:rect l="l" t="t" r="r" b="b"/>
              <a:pathLst>
                <a:path w="8313" h="8294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Google Shape;1013;p21"/>
            <p:cNvSpPr/>
            <p:nvPr/>
          </p:nvSpPr>
          <p:spPr>
            <a:xfrm>
              <a:off x="5937120" y="2438280"/>
              <a:ext cx="492480" cy="495720"/>
            </a:xfrm>
            <a:custGeom>
              <a:avLst/>
              <a:gdLst/>
              <a:ahLst/>
              <a:rect l="l" t="t" r="r" b="b"/>
              <a:pathLst>
                <a:path w="8350" h="8406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57" name="Google Shape;1014;p21"/>
            <p:cNvGrpSpPr/>
            <p:nvPr/>
          </p:nvGrpSpPr>
          <p:grpSpPr>
            <a:xfrm>
              <a:off x="6098040" y="2569680"/>
              <a:ext cx="173880" cy="231120"/>
              <a:chOff x="6098040" y="2569680"/>
              <a:chExt cx="173880" cy="231120"/>
            </a:xfrm>
          </p:grpSpPr>
          <p:sp>
            <p:nvSpPr>
              <p:cNvPr id="458" name="Google Shape;1015;p21"/>
              <p:cNvSpPr/>
              <p:nvPr/>
            </p:nvSpPr>
            <p:spPr>
              <a:xfrm>
                <a:off x="6129000" y="2572920"/>
                <a:ext cx="112320" cy="83880"/>
              </a:xfrm>
              <a:custGeom>
                <a:avLst/>
                <a:gdLst/>
                <a:ahLst/>
                <a:rect l="l" t="t" r="r" b="b"/>
                <a:pathLst>
                  <a:path w="1912" h="143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1016;p21"/>
              <p:cNvSpPr/>
              <p:nvPr/>
            </p:nvSpPr>
            <p:spPr>
              <a:xfrm>
                <a:off x="6125040" y="2569680"/>
                <a:ext cx="119520" cy="90720"/>
              </a:xfrm>
              <a:custGeom>
                <a:avLst/>
                <a:gdLst/>
                <a:ahLst/>
                <a:rect l="l" t="t" r="r" b="b"/>
                <a:pathLst>
                  <a:path w="2033" h="1541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0" name="Google Shape;1017;p21"/>
              <p:cNvSpPr/>
              <p:nvPr/>
            </p:nvSpPr>
            <p:spPr>
              <a:xfrm>
                <a:off x="6101280" y="2657160"/>
                <a:ext cx="167040" cy="140400"/>
              </a:xfrm>
              <a:custGeom>
                <a:avLst/>
                <a:gdLst/>
                <a:ahLst/>
                <a:rect l="l" t="t" r="r" b="b"/>
                <a:pathLst>
                  <a:path w="2840" h="2385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1" name="Google Shape;1018;p21"/>
              <p:cNvSpPr/>
              <p:nvPr/>
            </p:nvSpPr>
            <p:spPr>
              <a:xfrm>
                <a:off x="6098040" y="2653920"/>
                <a:ext cx="173880" cy="146880"/>
              </a:xfrm>
              <a:custGeom>
                <a:avLst/>
                <a:gdLst/>
                <a:ahLst/>
                <a:rect l="l" t="t" r="r" b="b"/>
                <a:pathLst>
                  <a:path w="2951" h="2497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1019;p21"/>
              <p:cNvSpPr/>
              <p:nvPr/>
            </p:nvSpPr>
            <p:spPr>
              <a:xfrm>
                <a:off x="6166080" y="2694960"/>
                <a:ext cx="37440" cy="64800"/>
              </a:xfrm>
              <a:custGeom>
                <a:avLst/>
                <a:gdLst/>
                <a:ahLst/>
                <a:rect l="l" t="t" r="r" b="b"/>
                <a:pathLst>
                  <a:path w="641" h="1105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806040" y="613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Project Overview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4" name="Google Shape;1025;p22"/>
          <p:cNvGrpSpPr/>
          <p:nvPr/>
        </p:nvGrpSpPr>
        <p:grpSpPr>
          <a:xfrm>
            <a:off x="8152560" y="4295520"/>
            <a:ext cx="364320" cy="338760"/>
            <a:chOff x="8152560" y="4295520"/>
            <a:chExt cx="364320" cy="338760"/>
          </a:xfrm>
        </p:grpSpPr>
        <p:sp>
          <p:nvSpPr>
            <p:cNvPr id="465" name="Google Shape;1026;p22"/>
            <p:cNvSpPr/>
            <p:nvPr/>
          </p:nvSpPr>
          <p:spPr>
            <a:xfrm>
              <a:off x="8153280" y="4349160"/>
              <a:ext cx="282600" cy="233640"/>
            </a:xfrm>
            <a:custGeom>
              <a:avLst/>
              <a:gdLst/>
              <a:ahLst/>
              <a:rect l="l" t="t" r="r" b="b"/>
              <a:pathLst>
                <a:path w="10798" h="8922">
                  <a:moveTo>
                    <a:pt x="0" y="1"/>
                  </a:moveTo>
                  <a:lnTo>
                    <a:pt x="0" y="6857"/>
                  </a:lnTo>
                  <a:cubicBezTo>
                    <a:pt x="0" y="7998"/>
                    <a:pt x="2411" y="8922"/>
                    <a:pt x="5399" y="8922"/>
                  </a:cubicBezTo>
                  <a:lnTo>
                    <a:pt x="5875" y="8922"/>
                  </a:lnTo>
                  <a:cubicBezTo>
                    <a:pt x="8633" y="8821"/>
                    <a:pt x="10798" y="7940"/>
                    <a:pt x="10798" y="6872"/>
                  </a:cubicBezTo>
                  <a:lnTo>
                    <a:pt x="10798" y="1"/>
                  </a:lnTo>
                  <a:close/>
                </a:path>
              </a:pathLst>
            </a:custGeom>
            <a:solidFill>
              <a:srgbClr val="d0da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Google Shape;1027;p22"/>
            <p:cNvSpPr/>
            <p:nvPr/>
          </p:nvSpPr>
          <p:spPr>
            <a:xfrm>
              <a:off x="8293320" y="4410000"/>
              <a:ext cx="142560" cy="172440"/>
            </a:xfrm>
            <a:custGeom>
              <a:avLst/>
              <a:gdLst/>
              <a:ahLst/>
              <a:rect l="l" t="t" r="r" b="b"/>
              <a:pathLst>
                <a:path w="5457" h="6598">
                  <a:moveTo>
                    <a:pt x="3580" y="1"/>
                  </a:moveTo>
                  <a:cubicBezTo>
                    <a:pt x="3248" y="1"/>
                    <a:pt x="2974" y="275"/>
                    <a:pt x="2974" y="621"/>
                  </a:cubicBezTo>
                  <a:lnTo>
                    <a:pt x="2974" y="1127"/>
                  </a:lnTo>
                  <a:cubicBezTo>
                    <a:pt x="2757" y="1228"/>
                    <a:pt x="2555" y="1358"/>
                    <a:pt x="2353" y="1487"/>
                  </a:cubicBezTo>
                  <a:lnTo>
                    <a:pt x="1906" y="1228"/>
                  </a:lnTo>
                  <a:cubicBezTo>
                    <a:pt x="1809" y="1177"/>
                    <a:pt x="1706" y="1153"/>
                    <a:pt x="1605" y="1153"/>
                  </a:cubicBezTo>
                  <a:cubicBezTo>
                    <a:pt x="1391" y="1153"/>
                    <a:pt x="1186" y="1262"/>
                    <a:pt x="1069" y="1459"/>
                  </a:cubicBezTo>
                  <a:lnTo>
                    <a:pt x="159" y="3032"/>
                  </a:lnTo>
                  <a:cubicBezTo>
                    <a:pt x="0" y="3321"/>
                    <a:pt x="101" y="3696"/>
                    <a:pt x="390" y="3869"/>
                  </a:cubicBezTo>
                  <a:lnTo>
                    <a:pt x="852" y="4129"/>
                  </a:lnTo>
                  <a:cubicBezTo>
                    <a:pt x="823" y="4245"/>
                    <a:pt x="823" y="4375"/>
                    <a:pt x="823" y="4490"/>
                  </a:cubicBezTo>
                  <a:cubicBezTo>
                    <a:pt x="823" y="4606"/>
                    <a:pt x="838" y="4735"/>
                    <a:pt x="852" y="4851"/>
                  </a:cubicBezTo>
                  <a:lnTo>
                    <a:pt x="390" y="5111"/>
                  </a:lnTo>
                  <a:cubicBezTo>
                    <a:pt x="101" y="5284"/>
                    <a:pt x="0" y="5659"/>
                    <a:pt x="159" y="5948"/>
                  </a:cubicBezTo>
                  <a:lnTo>
                    <a:pt x="534" y="6598"/>
                  </a:lnTo>
                  <a:cubicBezTo>
                    <a:pt x="3292" y="6497"/>
                    <a:pt x="5457" y="5616"/>
                    <a:pt x="5457" y="4548"/>
                  </a:cubicBezTo>
                  <a:lnTo>
                    <a:pt x="5457" y="15"/>
                  </a:lnTo>
                  <a:lnTo>
                    <a:pt x="5442" y="1"/>
                  </a:lnTo>
                  <a:close/>
                </a:path>
              </a:pathLst>
            </a:custGeom>
            <a:solidFill>
              <a:srgbClr val="5c72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7" name="Google Shape;1028;p22"/>
            <p:cNvSpPr/>
            <p:nvPr/>
          </p:nvSpPr>
          <p:spPr>
            <a:xfrm>
              <a:off x="8152920" y="4349160"/>
              <a:ext cx="282960" cy="64800"/>
            </a:xfrm>
            <a:custGeom>
              <a:avLst/>
              <a:gdLst/>
              <a:ahLst/>
              <a:rect l="l" t="t" r="r" b="b"/>
              <a:pathLst>
                <a:path w="10813" h="2484">
                  <a:moveTo>
                    <a:pt x="1" y="1"/>
                  </a:moveTo>
                  <a:lnTo>
                    <a:pt x="1" y="982"/>
                  </a:lnTo>
                  <a:cubicBezTo>
                    <a:pt x="419" y="1372"/>
                    <a:pt x="896" y="1675"/>
                    <a:pt x="1444" y="1863"/>
                  </a:cubicBezTo>
                  <a:cubicBezTo>
                    <a:pt x="2513" y="2267"/>
                    <a:pt x="3913" y="2483"/>
                    <a:pt x="5414" y="2483"/>
                  </a:cubicBezTo>
                  <a:cubicBezTo>
                    <a:pt x="6901" y="2483"/>
                    <a:pt x="8316" y="2267"/>
                    <a:pt x="9384" y="1863"/>
                  </a:cubicBezTo>
                  <a:cubicBezTo>
                    <a:pt x="9918" y="1675"/>
                    <a:pt x="10409" y="1372"/>
                    <a:pt x="10813" y="982"/>
                  </a:cubicBezTo>
                  <a:lnTo>
                    <a:pt x="10813" y="1"/>
                  </a:lnTo>
                  <a:close/>
                </a:path>
              </a:pathLst>
            </a:custGeom>
            <a:solidFill>
              <a:srgbClr val="5c72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8" name="Google Shape;1029;p22"/>
            <p:cNvSpPr/>
            <p:nvPr/>
          </p:nvSpPr>
          <p:spPr>
            <a:xfrm>
              <a:off x="8153280" y="4445640"/>
              <a:ext cx="282600" cy="137160"/>
            </a:xfrm>
            <a:custGeom>
              <a:avLst/>
              <a:gdLst/>
              <a:ahLst/>
              <a:rect l="l" t="t" r="r" b="b"/>
              <a:pathLst>
                <a:path w="10798" h="5241">
                  <a:moveTo>
                    <a:pt x="0" y="1"/>
                  </a:moveTo>
                  <a:lnTo>
                    <a:pt x="0" y="3176"/>
                  </a:lnTo>
                  <a:cubicBezTo>
                    <a:pt x="0" y="4317"/>
                    <a:pt x="2411" y="5241"/>
                    <a:pt x="5399" y="5241"/>
                  </a:cubicBezTo>
                  <a:lnTo>
                    <a:pt x="5875" y="5241"/>
                  </a:lnTo>
                  <a:cubicBezTo>
                    <a:pt x="8633" y="5140"/>
                    <a:pt x="10798" y="4259"/>
                    <a:pt x="10798" y="3191"/>
                  </a:cubicBezTo>
                  <a:lnTo>
                    <a:pt x="10798" y="1"/>
                  </a:lnTo>
                  <a:cubicBezTo>
                    <a:pt x="10798" y="1127"/>
                    <a:pt x="8402" y="2050"/>
                    <a:pt x="5428" y="2050"/>
                  </a:cubicBezTo>
                  <a:lnTo>
                    <a:pt x="5399" y="2050"/>
                  </a:lnTo>
                  <a:cubicBezTo>
                    <a:pt x="2411" y="2050"/>
                    <a:pt x="0" y="1141"/>
                    <a:pt x="0" y="1"/>
                  </a:cubicBezTo>
                  <a:close/>
                </a:path>
              </a:pathLst>
            </a:custGeom>
            <a:solidFill>
              <a:srgbClr val="f6f7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9" name="Google Shape;1030;p22"/>
            <p:cNvSpPr/>
            <p:nvPr/>
          </p:nvSpPr>
          <p:spPr>
            <a:xfrm>
              <a:off x="8293320" y="4445640"/>
              <a:ext cx="142560" cy="137160"/>
            </a:xfrm>
            <a:custGeom>
              <a:avLst/>
              <a:gdLst/>
              <a:ahLst/>
              <a:rect l="l" t="t" r="r" b="b"/>
              <a:pathLst>
                <a:path w="5457" h="5241">
                  <a:moveTo>
                    <a:pt x="5457" y="1"/>
                  </a:moveTo>
                  <a:cubicBezTo>
                    <a:pt x="5457" y="1127"/>
                    <a:pt x="3061" y="2050"/>
                    <a:pt x="87" y="2050"/>
                  </a:cubicBezTo>
                  <a:cubicBezTo>
                    <a:pt x="116" y="2238"/>
                    <a:pt x="217" y="2411"/>
                    <a:pt x="390" y="2512"/>
                  </a:cubicBezTo>
                  <a:lnTo>
                    <a:pt x="852" y="2772"/>
                  </a:lnTo>
                  <a:cubicBezTo>
                    <a:pt x="823" y="2888"/>
                    <a:pt x="823" y="3003"/>
                    <a:pt x="823" y="3133"/>
                  </a:cubicBezTo>
                  <a:cubicBezTo>
                    <a:pt x="823" y="3249"/>
                    <a:pt x="838" y="3378"/>
                    <a:pt x="852" y="3494"/>
                  </a:cubicBezTo>
                  <a:lnTo>
                    <a:pt x="390" y="3754"/>
                  </a:lnTo>
                  <a:cubicBezTo>
                    <a:pt x="101" y="3927"/>
                    <a:pt x="0" y="4302"/>
                    <a:pt x="159" y="4591"/>
                  </a:cubicBezTo>
                  <a:lnTo>
                    <a:pt x="534" y="5241"/>
                  </a:lnTo>
                  <a:cubicBezTo>
                    <a:pt x="3292" y="5140"/>
                    <a:pt x="5457" y="4259"/>
                    <a:pt x="5457" y="3191"/>
                  </a:cubicBezTo>
                  <a:lnTo>
                    <a:pt x="5457" y="1"/>
                  </a:lnTo>
                  <a:close/>
                </a:path>
              </a:pathLst>
            </a:custGeom>
            <a:solidFill>
              <a:srgbClr val="c5c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" name="Google Shape;1031;p22"/>
            <p:cNvSpPr/>
            <p:nvPr/>
          </p:nvSpPr>
          <p:spPr>
            <a:xfrm>
              <a:off x="8152560" y="4445640"/>
              <a:ext cx="283320" cy="65880"/>
            </a:xfrm>
            <a:custGeom>
              <a:avLst/>
              <a:gdLst/>
              <a:ahLst/>
              <a:rect l="l" t="t" r="r" b="b"/>
              <a:pathLst>
                <a:path w="10827" h="2527">
                  <a:moveTo>
                    <a:pt x="0" y="1"/>
                  </a:moveTo>
                  <a:lnTo>
                    <a:pt x="0" y="1011"/>
                  </a:lnTo>
                  <a:cubicBezTo>
                    <a:pt x="405" y="1415"/>
                    <a:pt x="895" y="1718"/>
                    <a:pt x="1444" y="1892"/>
                  </a:cubicBezTo>
                  <a:cubicBezTo>
                    <a:pt x="2512" y="2296"/>
                    <a:pt x="3912" y="2527"/>
                    <a:pt x="5414" y="2527"/>
                  </a:cubicBezTo>
                  <a:cubicBezTo>
                    <a:pt x="6900" y="2527"/>
                    <a:pt x="8315" y="2296"/>
                    <a:pt x="9383" y="1892"/>
                  </a:cubicBezTo>
                  <a:cubicBezTo>
                    <a:pt x="9917" y="1718"/>
                    <a:pt x="10408" y="1415"/>
                    <a:pt x="10827" y="1011"/>
                  </a:cubicBezTo>
                  <a:lnTo>
                    <a:pt x="10827" y="1"/>
                  </a:lnTo>
                  <a:cubicBezTo>
                    <a:pt x="10827" y="1141"/>
                    <a:pt x="8373" y="2050"/>
                    <a:pt x="5399" y="2050"/>
                  </a:cubicBezTo>
                  <a:cubicBezTo>
                    <a:pt x="2411" y="2050"/>
                    <a:pt x="0" y="1141"/>
                    <a:pt x="0" y="1"/>
                  </a:cubicBezTo>
                  <a:close/>
                </a:path>
              </a:pathLst>
            </a:custGeom>
            <a:solidFill>
              <a:srgbClr val="c5cc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Google Shape;1032;p22"/>
            <p:cNvSpPr/>
            <p:nvPr/>
          </p:nvSpPr>
          <p:spPr>
            <a:xfrm>
              <a:off x="8153280" y="4295520"/>
              <a:ext cx="282600" cy="107640"/>
            </a:xfrm>
            <a:custGeom>
              <a:avLst/>
              <a:gdLst/>
              <a:ahLst/>
              <a:rect l="l" t="t" r="r" b="b"/>
              <a:pathLst>
                <a:path w="10798" h="4115">
                  <a:moveTo>
                    <a:pt x="5399" y="1"/>
                  </a:moveTo>
                  <a:cubicBezTo>
                    <a:pt x="2411" y="1"/>
                    <a:pt x="0" y="925"/>
                    <a:pt x="0" y="2051"/>
                  </a:cubicBezTo>
                  <a:cubicBezTo>
                    <a:pt x="0" y="3191"/>
                    <a:pt x="2411" y="4115"/>
                    <a:pt x="5399" y="4115"/>
                  </a:cubicBezTo>
                  <a:cubicBezTo>
                    <a:pt x="8373" y="4115"/>
                    <a:pt x="10798" y="3191"/>
                    <a:pt x="10798" y="2051"/>
                  </a:cubicBezTo>
                  <a:cubicBezTo>
                    <a:pt x="10798" y="925"/>
                    <a:pt x="8373" y="1"/>
                    <a:pt x="5399" y="1"/>
                  </a:cubicBezTo>
                  <a:close/>
                </a:path>
              </a:pathLst>
            </a:custGeom>
            <a:solidFill>
              <a:srgbClr val="8094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Google Shape;1033;p22"/>
            <p:cNvSpPr/>
            <p:nvPr/>
          </p:nvSpPr>
          <p:spPr>
            <a:xfrm>
              <a:off x="8305920" y="4421520"/>
              <a:ext cx="210960" cy="212760"/>
            </a:xfrm>
            <a:custGeom>
              <a:avLst/>
              <a:gdLst/>
              <a:ahLst/>
              <a:rect l="l" t="t" r="r" b="b"/>
              <a:pathLst>
                <a:path w="8056" h="8128">
                  <a:moveTo>
                    <a:pt x="3119" y="1"/>
                  </a:moveTo>
                  <a:cubicBezTo>
                    <a:pt x="3018" y="1"/>
                    <a:pt x="2946" y="87"/>
                    <a:pt x="2946" y="188"/>
                  </a:cubicBezTo>
                  <a:lnTo>
                    <a:pt x="2946" y="997"/>
                  </a:lnTo>
                  <a:cubicBezTo>
                    <a:pt x="2570" y="1127"/>
                    <a:pt x="2224" y="1314"/>
                    <a:pt x="1935" y="1574"/>
                  </a:cubicBezTo>
                  <a:lnTo>
                    <a:pt x="1228" y="1170"/>
                  </a:lnTo>
                  <a:cubicBezTo>
                    <a:pt x="1198" y="1150"/>
                    <a:pt x="1165" y="1141"/>
                    <a:pt x="1132" y="1141"/>
                  </a:cubicBezTo>
                  <a:cubicBezTo>
                    <a:pt x="1069" y="1141"/>
                    <a:pt x="1006" y="1176"/>
                    <a:pt x="968" y="1242"/>
                  </a:cubicBezTo>
                  <a:lnTo>
                    <a:pt x="73" y="2816"/>
                  </a:lnTo>
                  <a:cubicBezTo>
                    <a:pt x="15" y="2902"/>
                    <a:pt x="44" y="3018"/>
                    <a:pt x="145" y="3061"/>
                  </a:cubicBezTo>
                  <a:lnTo>
                    <a:pt x="838" y="3465"/>
                  </a:lnTo>
                  <a:cubicBezTo>
                    <a:pt x="766" y="3855"/>
                    <a:pt x="766" y="4259"/>
                    <a:pt x="838" y="4634"/>
                  </a:cubicBezTo>
                  <a:lnTo>
                    <a:pt x="131" y="5053"/>
                  </a:lnTo>
                  <a:cubicBezTo>
                    <a:pt x="30" y="5096"/>
                    <a:pt x="1" y="5212"/>
                    <a:pt x="58" y="5313"/>
                  </a:cubicBezTo>
                  <a:lnTo>
                    <a:pt x="953" y="6886"/>
                  </a:lnTo>
                  <a:cubicBezTo>
                    <a:pt x="993" y="6946"/>
                    <a:pt x="1061" y="6978"/>
                    <a:pt x="1127" y="6978"/>
                  </a:cubicBezTo>
                  <a:cubicBezTo>
                    <a:pt x="1157" y="6978"/>
                    <a:pt x="1186" y="6972"/>
                    <a:pt x="1213" y="6959"/>
                  </a:cubicBezTo>
                  <a:lnTo>
                    <a:pt x="1921" y="6540"/>
                  </a:lnTo>
                  <a:cubicBezTo>
                    <a:pt x="2209" y="6800"/>
                    <a:pt x="2556" y="7002"/>
                    <a:pt x="2931" y="7132"/>
                  </a:cubicBezTo>
                  <a:lnTo>
                    <a:pt x="2931" y="7940"/>
                  </a:lnTo>
                  <a:cubicBezTo>
                    <a:pt x="2931" y="8041"/>
                    <a:pt x="3003" y="8128"/>
                    <a:pt x="3104" y="8128"/>
                  </a:cubicBezTo>
                  <a:lnTo>
                    <a:pt x="4923" y="8128"/>
                  </a:lnTo>
                  <a:cubicBezTo>
                    <a:pt x="5024" y="8128"/>
                    <a:pt x="5111" y="8041"/>
                    <a:pt x="5111" y="7940"/>
                  </a:cubicBezTo>
                  <a:lnTo>
                    <a:pt x="5111" y="7132"/>
                  </a:lnTo>
                  <a:cubicBezTo>
                    <a:pt x="5472" y="7002"/>
                    <a:pt x="5818" y="6800"/>
                    <a:pt x="6107" y="6540"/>
                  </a:cubicBezTo>
                  <a:lnTo>
                    <a:pt x="6814" y="6959"/>
                  </a:lnTo>
                  <a:cubicBezTo>
                    <a:pt x="6841" y="6972"/>
                    <a:pt x="6871" y="6978"/>
                    <a:pt x="6900" y="6978"/>
                  </a:cubicBezTo>
                  <a:cubicBezTo>
                    <a:pt x="6967" y="6978"/>
                    <a:pt x="7034" y="6946"/>
                    <a:pt x="7074" y="6886"/>
                  </a:cubicBezTo>
                  <a:lnTo>
                    <a:pt x="7969" y="5313"/>
                  </a:lnTo>
                  <a:cubicBezTo>
                    <a:pt x="8027" y="5226"/>
                    <a:pt x="7998" y="5111"/>
                    <a:pt x="7911" y="5053"/>
                  </a:cubicBezTo>
                  <a:lnTo>
                    <a:pt x="7204" y="4649"/>
                  </a:lnTo>
                  <a:cubicBezTo>
                    <a:pt x="7247" y="4461"/>
                    <a:pt x="7276" y="4259"/>
                    <a:pt x="7276" y="4057"/>
                  </a:cubicBezTo>
                  <a:cubicBezTo>
                    <a:pt x="7276" y="3869"/>
                    <a:pt x="7262" y="3667"/>
                    <a:pt x="7233" y="3480"/>
                  </a:cubicBezTo>
                  <a:lnTo>
                    <a:pt x="7926" y="3075"/>
                  </a:lnTo>
                  <a:cubicBezTo>
                    <a:pt x="8027" y="3018"/>
                    <a:pt x="8056" y="2902"/>
                    <a:pt x="7998" y="2816"/>
                  </a:cubicBezTo>
                  <a:lnTo>
                    <a:pt x="7103" y="1242"/>
                  </a:lnTo>
                  <a:cubicBezTo>
                    <a:pt x="7065" y="1176"/>
                    <a:pt x="7002" y="1141"/>
                    <a:pt x="6939" y="1141"/>
                  </a:cubicBezTo>
                  <a:cubicBezTo>
                    <a:pt x="6906" y="1141"/>
                    <a:pt x="6873" y="1150"/>
                    <a:pt x="6843" y="1170"/>
                  </a:cubicBezTo>
                  <a:lnTo>
                    <a:pt x="6136" y="1574"/>
                  </a:lnTo>
                  <a:cubicBezTo>
                    <a:pt x="5847" y="1329"/>
                    <a:pt x="5501" y="1127"/>
                    <a:pt x="5125" y="997"/>
                  </a:cubicBezTo>
                  <a:lnTo>
                    <a:pt x="5125" y="188"/>
                  </a:lnTo>
                  <a:cubicBezTo>
                    <a:pt x="5125" y="87"/>
                    <a:pt x="5053" y="1"/>
                    <a:pt x="4952" y="1"/>
                  </a:cubicBezTo>
                  <a:close/>
                </a:path>
              </a:pathLst>
            </a:custGeom>
            <a:solidFill>
              <a:srgbClr val="b4c3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Google Shape;1034;p22"/>
            <p:cNvSpPr/>
            <p:nvPr/>
          </p:nvSpPr>
          <p:spPr>
            <a:xfrm>
              <a:off x="8358840" y="4488120"/>
              <a:ext cx="91800" cy="78480"/>
            </a:xfrm>
            <a:custGeom>
              <a:avLst/>
              <a:gdLst/>
              <a:ahLst/>
              <a:rect l="l" t="t" r="r" b="b"/>
              <a:pathLst>
                <a:path w="3509" h="3010">
                  <a:moveTo>
                    <a:pt x="1993" y="1"/>
                  </a:moveTo>
                  <a:cubicBezTo>
                    <a:pt x="1623" y="1"/>
                    <a:pt x="1247" y="137"/>
                    <a:pt x="939" y="440"/>
                  </a:cubicBezTo>
                  <a:cubicBezTo>
                    <a:pt x="1" y="1393"/>
                    <a:pt x="665" y="3009"/>
                    <a:pt x="2007" y="3009"/>
                  </a:cubicBezTo>
                  <a:cubicBezTo>
                    <a:pt x="2844" y="3009"/>
                    <a:pt x="3508" y="2345"/>
                    <a:pt x="3508" y="1508"/>
                  </a:cubicBezTo>
                  <a:cubicBezTo>
                    <a:pt x="3508" y="599"/>
                    <a:pt x="2767" y="1"/>
                    <a:pt x="1993" y="1"/>
                  </a:cubicBezTo>
                  <a:close/>
                </a:path>
              </a:pathLst>
            </a:custGeom>
            <a:solidFill>
              <a:srgbClr val="98a9b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Google Shape;1035;p22"/>
            <p:cNvSpPr/>
            <p:nvPr/>
          </p:nvSpPr>
          <p:spPr>
            <a:xfrm>
              <a:off x="8383320" y="4500000"/>
              <a:ext cx="55440" cy="55440"/>
            </a:xfrm>
            <a:custGeom>
              <a:avLst/>
              <a:gdLst/>
              <a:ahLst/>
              <a:rect l="l" t="t" r="r" b="b"/>
              <a:pathLst>
                <a:path w="2123" h="2123">
                  <a:moveTo>
                    <a:pt x="1069" y="0"/>
                  </a:moveTo>
                  <a:cubicBezTo>
                    <a:pt x="477" y="0"/>
                    <a:pt x="1" y="477"/>
                    <a:pt x="1" y="1054"/>
                  </a:cubicBezTo>
                  <a:cubicBezTo>
                    <a:pt x="1" y="1646"/>
                    <a:pt x="477" y="2122"/>
                    <a:pt x="1069" y="2122"/>
                  </a:cubicBezTo>
                  <a:cubicBezTo>
                    <a:pt x="1661" y="2122"/>
                    <a:pt x="2123" y="1646"/>
                    <a:pt x="2123" y="1054"/>
                  </a:cubicBezTo>
                  <a:cubicBezTo>
                    <a:pt x="2123" y="477"/>
                    <a:pt x="1661" y="0"/>
                    <a:pt x="1069" y="0"/>
                  </a:cubicBezTo>
                  <a:close/>
                </a:path>
              </a:pathLst>
            </a:custGeom>
            <a:solidFill>
              <a:srgbClr val="7a8f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5" name="Google Shape;1036;p22"/>
          <p:cNvSpPr/>
          <p:nvPr/>
        </p:nvSpPr>
        <p:spPr>
          <a:xfrm>
            <a:off x="806040" y="1729080"/>
            <a:ext cx="664272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AssemblyViz </a:t>
            </a:r>
            <a:r>
              <a:rPr b="0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- software for assembly code visualization.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Who is it for? </a:t>
            </a:r>
            <a:r>
              <a:rPr b="0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Dr. Hammurabi Mendes (primary customer) and Computer Organization (CSC 250) students (users)</a:t>
            </a: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Core goal?</a:t>
            </a:r>
            <a:r>
              <a:rPr b="0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 Browser-based HYMN+RISC-V simulator</a:t>
            </a: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50000"/>
              </a:lnSpc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Novelty? </a:t>
            </a:r>
            <a:r>
              <a:rPr b="0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RISC-V integration, memory visualization, and debugging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ubTitle"/>
          </p:nvPr>
        </p:nvSpPr>
        <p:spPr>
          <a:xfrm>
            <a:off x="836280" y="1325520"/>
            <a:ext cx="7067160" cy="3071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Primary Customer: </a:t>
            </a: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Dr. Hammurabi Mendes 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Meeting 1</a:t>
            </a: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 Validated program design and architecture</a:t>
            </a:r>
            <a:endParaRPr b="0" lang="en-US" sz="13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" spc="-1" strike="noStrike"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Meeting 2 </a:t>
            </a: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Validated the implemented functionality (meets customer needs)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Key Feedback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Expressed satisfaction with design and functionality that visualizes HYMN and RISC-V assembly languages. </a:t>
            </a:r>
            <a:endParaRPr b="0" lang="en-US" sz="13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00" spc="-1" strike="noStrike"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Reduces students' psychological resistance to assembly programming</a:t>
            </a:r>
            <a:endParaRPr b="0" lang="en-US" sz="13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400" spc="-1" strike="noStrike"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Simulator correctly follows instruction set architecture (ISA) specifications.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Customer Validation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Sprint 1 Summary (2/3 - 2/18)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subTitle"/>
          </p:nvPr>
        </p:nvSpPr>
        <p:spPr>
          <a:xfrm>
            <a:off x="720000" y="1323000"/>
            <a:ext cx="3229200" cy="2723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04920">
              <a:lnSpc>
                <a:spcPct val="100000"/>
              </a:lnSpc>
              <a:buClr>
                <a:srgbClr val="000000"/>
              </a:buClr>
              <a:buFont typeface="Open Sans"/>
              <a:buAutoNum type="arabicPeriod"/>
            </a:pPr>
            <a:r>
              <a:rPr b="1" lang="en" sz="1200" spc="-1" strike="noStrike">
                <a:solidFill>
                  <a:srgbClr val="000000"/>
                </a:solidFill>
                <a:latin typeface="Open Sans"/>
                <a:ea typeface="Open Sans"/>
              </a:rPr>
              <a:t>Designed Front-End</a:t>
            </a:r>
            <a:endParaRPr b="0" lang="en-US" sz="1200" spc="-1" strike="noStrike">
              <a:latin typeface="Arial"/>
            </a:endParaRPr>
          </a:p>
          <a:p>
            <a:pPr marL="457200" indent="-216000">
              <a:lnSpc>
                <a:spcPct val="100000"/>
              </a:lnSpc>
              <a:buClr>
                <a:srgbClr val="000000"/>
              </a:buClr>
              <a:buFont typeface="Open Sans"/>
              <a:buChar char="●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Navigation tool </a:t>
            </a:r>
            <a:endParaRPr b="0" lang="en-US" sz="1200" spc="-1" strike="noStrike">
              <a:latin typeface="Arial"/>
            </a:endParaRPr>
          </a:p>
          <a:p>
            <a:pPr marL="457200" indent="-216000">
              <a:lnSpc>
                <a:spcPct val="100000"/>
              </a:lnSpc>
              <a:buClr>
                <a:srgbClr val="000000"/>
              </a:buClr>
              <a:buFont typeface="Open Sans"/>
              <a:buChar char="●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Code editor</a:t>
            </a:r>
            <a:endParaRPr b="0" lang="en-US" sz="1200" spc="-1" strike="noStrike">
              <a:latin typeface="Arial"/>
            </a:endParaRPr>
          </a:p>
          <a:p>
            <a:pPr marL="457200" indent="-216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Register visualization</a:t>
            </a:r>
            <a:endParaRPr b="0" lang="en-US" sz="1200" spc="-1" strike="noStrike">
              <a:latin typeface="Arial"/>
            </a:endParaRPr>
          </a:p>
          <a:p>
            <a:pPr marL="457200" indent="-216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Results/Memory chart</a:t>
            </a:r>
            <a:endParaRPr b="0" lang="en-US" sz="12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 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  <a:tabLst>
                <a:tab algn="l" pos="0"/>
              </a:tabLst>
            </a:pPr>
            <a:r>
              <a:rPr b="1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Researched RISC-V and HYMN ISA manuals</a:t>
            </a:r>
            <a:endParaRPr b="0" lang="en-US" sz="1200" spc="-1" strike="noStrike">
              <a:latin typeface="Arial"/>
            </a:endParaRPr>
          </a:p>
          <a:p>
            <a:pPr marL="457200" indent="-216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1"/>
              </a:rPr>
              <a:t>RISC-V</a:t>
            </a:r>
            <a:endParaRPr b="0" lang="en-US" sz="1200" spc="-1" strike="noStrike">
              <a:latin typeface="Arial"/>
            </a:endParaRPr>
          </a:p>
          <a:p>
            <a:pPr marL="457200" indent="-216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2"/>
              </a:rPr>
              <a:t>HYMN</a:t>
            </a:r>
            <a:endParaRPr b="0" lang="en-US" sz="12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  <a:tabLst>
                <a:tab algn="l" pos="0"/>
              </a:tabLst>
            </a:pPr>
            <a:r>
              <a:rPr b="1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Implemented parser/assembler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pic>
        <p:nvPicPr>
          <p:cNvPr id="480" name="Google Shape;1049;p24" descr=""/>
          <p:cNvPicPr/>
          <p:nvPr/>
        </p:nvPicPr>
        <p:blipFill>
          <a:blip r:embed="rId3"/>
          <a:stretch/>
        </p:blipFill>
        <p:spPr>
          <a:xfrm>
            <a:off x="4411440" y="1323000"/>
            <a:ext cx="3830400" cy="272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Sprint 2 Summary (2/18 - 3/20)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subTitle"/>
          </p:nvPr>
        </p:nvSpPr>
        <p:spPr>
          <a:xfrm>
            <a:off x="720000" y="1422360"/>
            <a:ext cx="3851640" cy="3214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1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Fully-functional RISC-V ISA implementation</a:t>
            </a:r>
            <a:endParaRPr b="0" lang="en-US" sz="14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1"/>
              </a:rPr>
              <a:t>a</a:t>
            </a: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2"/>
              </a:rPr>
              <a:t>ssembler.py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3"/>
              </a:rPr>
              <a:t>decoder.py</a:t>
            </a: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,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4"/>
              </a:rPr>
              <a:t>isa.py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memory.py 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5"/>
              </a:rPr>
              <a:t>registers.py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6"/>
              </a:rPr>
              <a:t>simulation.py</a:t>
            </a:r>
            <a:r>
              <a:rPr b="0" lang="en" sz="12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3.  </a:t>
            </a:r>
            <a:r>
              <a:rPr b="1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	</a:t>
            </a:r>
            <a:r>
              <a:rPr b="1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Shell of Front-End</a:t>
            </a:r>
            <a:endParaRPr b="0" lang="en-US" sz="14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Using HTML, CSS, and JavaScript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sp>
        <p:nvSpPr>
          <p:cNvPr id="483" name="Google Shape;1056;p25"/>
          <p:cNvSpPr/>
          <p:nvPr/>
        </p:nvSpPr>
        <p:spPr>
          <a:xfrm>
            <a:off x="4861800" y="1422360"/>
            <a:ext cx="3568680" cy="22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Open Sans"/>
                <a:ea typeface="Open Sans"/>
              </a:rPr>
              <a:t>2.</a:t>
            </a:r>
            <a:r>
              <a:rPr b="1" lang="en" sz="1400" spc="-1" strike="noStrike">
                <a:solidFill>
                  <a:srgbClr val="000000"/>
                </a:solidFill>
                <a:latin typeface="Open Sans"/>
                <a:ea typeface="Open Sans"/>
              </a:rPr>
              <a:t>	</a:t>
            </a:r>
            <a:r>
              <a:rPr b="1" lang="en" sz="1400" spc="-1" strike="noStrike">
                <a:solidFill>
                  <a:srgbClr val="000000"/>
                </a:solidFill>
                <a:latin typeface="Open Sans"/>
                <a:ea typeface="Open Sans"/>
              </a:rPr>
              <a:t>Fully functional HYMN ISA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Open Sans"/>
                <a:ea typeface="Open Sans"/>
              </a:rPr>
              <a:t>implementation</a:t>
            </a:r>
            <a:endParaRPr b="0" lang="en-US" sz="14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7"/>
              </a:rPr>
              <a:t>instructions.py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8"/>
              </a:rPr>
              <a:t>machine.py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Open Sans"/>
                <a:ea typeface="Open Sans"/>
              </a:rPr>
              <a:t>parser.py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9"/>
              </a:rPr>
              <a:t>executor.py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Major Change 1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subTitle"/>
          </p:nvPr>
        </p:nvSpPr>
        <p:spPr>
          <a:xfrm>
            <a:off x="880920" y="2201760"/>
            <a:ext cx="305892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Collaborate for coding both HYMN and RISC-V back-end logic.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ubTitle"/>
          </p:nvPr>
        </p:nvSpPr>
        <p:spPr>
          <a:xfrm>
            <a:off x="4861800" y="2167560"/>
            <a:ext cx="340092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Merged both sprints so that implementation and testing occurred simultaneously.</a:t>
            </a:r>
            <a:endParaRPr b="0" lang="en-US" sz="15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1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Team-Driven:</a:t>
            </a: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 we can now link the front-end to both halves of our backend. 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subTitle"/>
          </p:nvPr>
        </p:nvSpPr>
        <p:spPr>
          <a:xfrm>
            <a:off x="880920" y="1307520"/>
            <a:ext cx="21963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Original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subTitle"/>
          </p:nvPr>
        </p:nvSpPr>
        <p:spPr>
          <a:xfrm>
            <a:off x="4861800" y="1273320"/>
            <a:ext cx="340092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Change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9" name="Google Shape;1066;p26"/>
          <p:cNvSpPr/>
          <p:nvPr/>
        </p:nvSpPr>
        <p:spPr>
          <a:xfrm>
            <a:off x="4088880" y="2484360"/>
            <a:ext cx="461880" cy="115920"/>
          </a:xfrm>
          <a:prstGeom prst="rightArrow">
            <a:avLst>
              <a:gd name="adj1" fmla="val 0"/>
              <a:gd name="adj2" fmla="val 50000"/>
            </a:avLst>
          </a:prstGeom>
          <a:solidFill>
            <a:schemeClr val="dk1"/>
          </a:solidFill>
          <a:ln w="9525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Major Change 2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ubTitle"/>
          </p:nvPr>
        </p:nvSpPr>
        <p:spPr>
          <a:xfrm>
            <a:off x="915480" y="2201760"/>
            <a:ext cx="305892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Promised a React/TypeScript web app completed for Sprint 1.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ubTitle"/>
          </p:nvPr>
        </p:nvSpPr>
        <p:spPr>
          <a:xfrm>
            <a:off x="4896360" y="2167560"/>
            <a:ext cx="340092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Mainly focused on our backend logic and implementation for both HYMN and RISC-V instead of front-end functionality. 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Team-Driven:</a:t>
            </a: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 we wanted to ensure maximum testing for both logics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 type="subTitle"/>
          </p:nvPr>
        </p:nvSpPr>
        <p:spPr>
          <a:xfrm>
            <a:off x="915480" y="1307520"/>
            <a:ext cx="21963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Original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subTitle"/>
          </p:nvPr>
        </p:nvSpPr>
        <p:spPr>
          <a:xfrm>
            <a:off x="4896360" y="1273320"/>
            <a:ext cx="340092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Change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Major Change 3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subTitle"/>
          </p:nvPr>
        </p:nvSpPr>
        <p:spPr>
          <a:xfrm>
            <a:off x="840240" y="2091600"/>
            <a:ext cx="305892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Open Sans"/>
                <a:ea typeface="Open Sans"/>
              </a:rPr>
              <a:t>HYMN Parser iterates through code one time to collect 8-bit instructions.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ubTitle"/>
          </p:nvPr>
        </p:nvSpPr>
        <p:spPr>
          <a:xfrm>
            <a:off x="4821120" y="2184840"/>
            <a:ext cx="340092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</a:pPr>
            <a:r>
              <a:rPr b="0" lang="en" sz="1500" spc="-1" strike="noStrike">
                <a:solidFill>
                  <a:srgbClr val="000000"/>
                </a:solidFill>
                <a:latin typeface="Open Sans"/>
                <a:ea typeface="Open Sans"/>
              </a:rPr>
              <a:t>HYMN Parser iterates through code </a:t>
            </a:r>
            <a:r>
              <a:rPr b="1" lang="en" sz="1500" spc="-1" strike="noStrike">
                <a:solidFill>
                  <a:srgbClr val="000000"/>
                </a:solidFill>
                <a:latin typeface="Open Sans"/>
                <a:ea typeface="Open Sans"/>
              </a:rPr>
              <a:t>two</a:t>
            </a:r>
            <a:r>
              <a:rPr b="0" lang="en" sz="1500" spc="-1" strike="noStrike">
                <a:solidFill>
                  <a:srgbClr val="000000"/>
                </a:solidFill>
                <a:latin typeface="Open Sans"/>
                <a:ea typeface="Open Sans"/>
              </a:rPr>
              <a:t> times: allocating memory for labels and second to parse correctly. 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Technical-Driven:</a:t>
            </a:r>
            <a:r>
              <a:rPr b="0" lang="en" sz="1500" spc="-1" strike="noStrike">
                <a:solidFill>
                  <a:srgbClr val="191919"/>
                </a:solidFill>
                <a:latin typeface="Open Sans"/>
                <a:ea typeface="Open Sans"/>
              </a:rPr>
              <a:t> ensuring all labels are defined so that program addresses flags correctly.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8" name="PlaceHolder 4"/>
          <p:cNvSpPr>
            <a:spLocks noGrp="1"/>
          </p:cNvSpPr>
          <p:nvPr>
            <p:ph type="subTitle"/>
          </p:nvPr>
        </p:nvSpPr>
        <p:spPr>
          <a:xfrm>
            <a:off x="840240" y="1324440"/>
            <a:ext cx="21963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Original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9" name="PlaceHolder 5"/>
          <p:cNvSpPr>
            <a:spLocks noGrp="1"/>
          </p:cNvSpPr>
          <p:nvPr>
            <p:ph type="subTitle"/>
          </p:nvPr>
        </p:nvSpPr>
        <p:spPr>
          <a:xfrm>
            <a:off x="4821120" y="1290240"/>
            <a:ext cx="340092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Change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ubTitle"/>
          </p:nvPr>
        </p:nvSpPr>
        <p:spPr>
          <a:xfrm>
            <a:off x="901800" y="1997640"/>
            <a:ext cx="611856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Uses Sumn program as example from CSC 250 HW 4 in .S format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File the tests folder in the HYMN folder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Run the program using </a:t>
            </a:r>
            <a:endParaRPr b="0" lang="en-US" sz="12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python3 backend/hymn/tests/step_sumn.py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Observe the program’s output one iteration at a time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1"/>
              </a:rPr>
              <a:t>https://github.com/NikitaAleksii/AssemblyViz/tree/main/backend/hymn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subTitle"/>
          </p:nvPr>
        </p:nvSpPr>
        <p:spPr>
          <a:xfrm>
            <a:off x="901800" y="1114200"/>
            <a:ext cx="24681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pc="-1" strike="noStrike">
                <a:solidFill>
                  <a:srgbClr val="191919"/>
                </a:solidFill>
                <a:latin typeface="Sora"/>
                <a:ea typeface="Sora"/>
              </a:rPr>
              <a:t>Current Workflow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Live Demo | HYMN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ubTitle"/>
          </p:nvPr>
        </p:nvSpPr>
        <p:spPr>
          <a:xfrm>
            <a:off x="901800" y="1997640"/>
            <a:ext cx="550404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Write RISC-V assembly code into a file with .S format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Put the file into the /tests folder in the riscv parent folder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Edit simulation_test.py to suit the program’s functionality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Run the program using </a:t>
            </a:r>
            <a:endParaRPr b="0" lang="en-US" sz="12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python3 -m riscv.tests.simulation_test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AutoNum type="arabicPeriod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Observe the program’s output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 u="sng">
                <a:solidFill>
                  <a:srgbClr val="191919"/>
                </a:solidFill>
                <a:uFillTx/>
                <a:latin typeface="Open Sans"/>
                <a:ea typeface="Open Sans"/>
                <a:hlinkClick r:id="rId1"/>
              </a:rPr>
              <a:t>https://github.com/NikitaAleksii/AssemblyViz/tree/main/backend/riscv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ubTitle"/>
          </p:nvPr>
        </p:nvSpPr>
        <p:spPr>
          <a:xfrm>
            <a:off x="901800" y="1114200"/>
            <a:ext cx="24681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pc="-1" strike="noStrike">
                <a:solidFill>
                  <a:srgbClr val="191919"/>
                </a:solidFill>
                <a:latin typeface="Sora"/>
                <a:ea typeface="Sora"/>
              </a:rPr>
              <a:t>Current Workflow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Live Demo | RISC-V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ubTitle"/>
          </p:nvPr>
        </p:nvSpPr>
        <p:spPr>
          <a:xfrm>
            <a:off x="901800" y="1202760"/>
            <a:ext cx="7393680" cy="3313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Automated Unit Tests (Verification) </a:t>
            </a: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Tests compare precomputed expected outputs against actual module output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RISC-V Modules covered:</a:t>
            </a: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 assembler.py, decoder.py, isa.py, memory.py, registers.py, simulation.py</a:t>
            </a:r>
            <a:endParaRPr b="0" lang="en-US" sz="13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HYMN Modules covered: </a:t>
            </a: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debugger.py, executor.py, instructions.py, machine.py, parse.py 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Acceptance Testing (Validation)</a:t>
            </a:r>
            <a:endParaRPr b="0" lang="en-US" sz="13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Confirmed correct behavior against RISC-V instruction set architecture (ISA) specification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Manual Test (Verification)</a:t>
            </a:r>
            <a:endParaRPr b="0" lang="en-US" sz="13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Interactive simulation testbench accepts any assembly input</a:t>
            </a:r>
            <a:endParaRPr b="0" lang="en-US" sz="13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Flexibility allowed us to catch and fix bugs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rgbClr val="191919"/>
                </a:solidFill>
                <a:latin typeface="Sora"/>
                <a:ea typeface="Sora"/>
              </a:rPr>
              <a:t>Testing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ubTitle"/>
          </p:nvPr>
        </p:nvSpPr>
        <p:spPr>
          <a:xfrm>
            <a:off x="990720" y="880920"/>
            <a:ext cx="6182640" cy="1667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Gap between working command line and a web app complexity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New front-end technologies (React and Typescript)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Self-modifying code 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Coordinating back-end and front-end functionality 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Coordinate meetings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subTitle"/>
          </p:nvPr>
        </p:nvSpPr>
        <p:spPr>
          <a:xfrm>
            <a:off x="792360" y="510840"/>
            <a:ext cx="21963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Challenges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ubTitle"/>
          </p:nvPr>
        </p:nvSpPr>
        <p:spPr>
          <a:xfrm>
            <a:off x="792360" y="2549160"/>
            <a:ext cx="2196360" cy="801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191919"/>
                </a:solidFill>
                <a:latin typeface="Sora"/>
                <a:ea typeface="Sora"/>
              </a:rPr>
              <a:t>Solutions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 type="subTitle"/>
          </p:nvPr>
        </p:nvSpPr>
        <p:spPr>
          <a:xfrm>
            <a:off x="945000" y="3189600"/>
            <a:ext cx="6182640" cy="1377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Moving meeting times each week to accommodate needs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Building our product in stages or phases (UI, features)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ubTitle"/>
          </p:nvPr>
        </p:nvSpPr>
        <p:spPr>
          <a:xfrm>
            <a:off x="1036080" y="1072440"/>
            <a:ext cx="2588760" cy="1901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-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Migrate UI to React + TypeScript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Open Sans"/>
              <a:buChar char="-"/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Integrate frontend with backend (real execution)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Implement: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Memory visualization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Debugging (step/run)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Real register updates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Replace mock data with real outputs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191919"/>
                </a:solidFill>
                <a:latin typeface="Open Sans"/>
                <a:ea typeface="Open Sans"/>
              </a:rPr>
              <a:t>Conduct usability testing (students + professor)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 type="title"/>
          </p:nvPr>
        </p:nvSpPr>
        <p:spPr>
          <a:xfrm>
            <a:off x="565560" y="3870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Plan for the Next Iteration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Google Shape;1119;p33"/>
          <p:cNvSpPr/>
          <p:nvPr/>
        </p:nvSpPr>
        <p:spPr>
          <a:xfrm>
            <a:off x="4635720" y="1072440"/>
            <a:ext cx="119880" cy="119880"/>
          </a:xfrm>
          <a:prstGeom prst="rect">
            <a:avLst/>
          </a:prstGeom>
          <a:solidFill>
            <a:srgbClr val="2aafeb"/>
          </a:solidFill>
          <a:ln w="65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Google Shape;1120;p33"/>
          <p:cNvSpPr/>
          <p:nvPr/>
        </p:nvSpPr>
        <p:spPr>
          <a:xfrm flipH="1">
            <a:off x="4020840" y="1525320"/>
            <a:ext cx="134820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191919"/>
                </a:solidFill>
                <a:latin typeface="Open Sans"/>
                <a:ea typeface="Open Sans"/>
              </a:rPr>
              <a:t>Sprint 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16" name="Google Shape;1121;p33"/>
          <p:cNvSpPr/>
          <p:nvPr/>
        </p:nvSpPr>
        <p:spPr>
          <a:xfrm>
            <a:off x="4695840" y="1192680"/>
            <a:ext cx="360" cy="33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65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Google Shape;1122;p33"/>
          <p:cNvSpPr/>
          <p:nvPr/>
        </p:nvSpPr>
        <p:spPr>
          <a:xfrm>
            <a:off x="3625200" y="1752120"/>
            <a:ext cx="2130480" cy="1528200"/>
          </a:xfrm>
          <a:prstGeom prst="rect">
            <a:avLst/>
          </a:prstGeom>
          <a:noFill/>
          <a:ln w="10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99720" bIns="9972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100" spc="-1" strike="sngStrike">
                <a:solidFill>
                  <a:srgbClr val="000000"/>
                </a:solidFill>
                <a:latin typeface="Arial"/>
                <a:ea typeface="Arial"/>
              </a:rPr>
              <a:t>Complete HYMN assembler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Memory history </a:t>
            </a:r>
            <a:r>
              <a:rPr b="0" i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(in progress)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100" spc="-1" strike="sngStrike">
                <a:solidFill>
                  <a:srgbClr val="000000"/>
                </a:solidFill>
                <a:latin typeface="Arial"/>
                <a:ea typeface="Arial"/>
              </a:rPr>
              <a:t>Registers (basic UI)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100" spc="-1" strike="sngStrike">
                <a:solidFill>
                  <a:srgbClr val="000000"/>
                </a:solidFill>
                <a:latin typeface="Arial"/>
                <a:ea typeface="Arial"/>
              </a:rPr>
              <a:t>Debugger (mock UI)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Integrate into AssemblyViz browser-based UI </a:t>
            </a:r>
            <a:r>
              <a:rPr b="0" i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(in progress)</a:t>
            </a:r>
            <a:endParaRPr b="0" lang="en-US" sz="1100" spc="-1" strike="noStrike">
              <a:latin typeface="Arial"/>
            </a:endParaRPr>
          </a:p>
          <a:p>
            <a:pPr marL="45720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0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10" spc="-1" strike="noStrike">
              <a:latin typeface="Arial"/>
            </a:endParaRPr>
          </a:p>
        </p:txBody>
      </p:sp>
      <p:pic>
        <p:nvPicPr>
          <p:cNvPr id="518" name="Google Shape;1123;p33" descr=""/>
          <p:cNvPicPr/>
          <p:nvPr/>
        </p:nvPicPr>
        <p:blipFill>
          <a:blip r:embed="rId1"/>
          <a:stretch/>
        </p:blipFill>
        <p:spPr>
          <a:xfrm>
            <a:off x="5370120" y="2112120"/>
            <a:ext cx="918720" cy="918720"/>
          </a:xfrm>
          <a:prstGeom prst="rect">
            <a:avLst/>
          </a:prstGeom>
          <a:ln w="0">
            <a:noFill/>
          </a:ln>
        </p:spPr>
      </p:pic>
      <p:sp>
        <p:nvSpPr>
          <p:cNvPr id="519" name="Google Shape;1124;p33"/>
          <p:cNvSpPr/>
          <p:nvPr/>
        </p:nvSpPr>
        <p:spPr>
          <a:xfrm>
            <a:off x="5924880" y="1868400"/>
            <a:ext cx="2338560" cy="2184120"/>
          </a:xfrm>
          <a:prstGeom prst="rect">
            <a:avLst/>
          </a:prstGeom>
          <a:noFill/>
          <a:ln w="9525">
            <a:solidFill>
              <a:srgbClr val="000000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New Goals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Frontend ↔ Backend integration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React + TypeScript migration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Replace mock data with real execution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Real register updates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UI polish &amp; responsiveness</a:t>
            </a:r>
            <a:endParaRPr b="0" lang="en-US" sz="1100" spc="-1" strike="noStrike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ubTitle"/>
          </p:nvPr>
        </p:nvSpPr>
        <p:spPr>
          <a:xfrm>
            <a:off x="405360" y="2503800"/>
            <a:ext cx="2143440" cy="975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Open Sans"/>
                <a:ea typeface="Open Sans"/>
              </a:rPr>
              <a:t>Initial HYMN and RISC-V parser and executor files and webpage design.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subTitle"/>
          </p:nvPr>
        </p:nvSpPr>
        <p:spPr>
          <a:xfrm>
            <a:off x="3088080" y="2503800"/>
            <a:ext cx="2476080" cy="1083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191919"/>
                </a:solidFill>
                <a:latin typeface="Open Sans"/>
                <a:ea typeface="Open Sans"/>
              </a:rPr>
              <a:t>Existing HYMN software supports editing memory cells. We exclude from AssemblyViz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Sprint Review 1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 type="subTitle"/>
          </p:nvPr>
        </p:nvSpPr>
        <p:spPr>
          <a:xfrm>
            <a:off x="857880" y="1771200"/>
            <a:ext cx="1330560" cy="35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191919"/>
                </a:solidFill>
                <a:latin typeface="Sora"/>
                <a:ea typeface="Sora"/>
              </a:rPr>
              <a:t>Delivered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4" name="PlaceHolder 5"/>
          <p:cNvSpPr>
            <a:spLocks noGrp="1"/>
          </p:cNvSpPr>
          <p:nvPr>
            <p:ph type="subTitle"/>
          </p:nvPr>
        </p:nvSpPr>
        <p:spPr>
          <a:xfrm>
            <a:off x="3088080" y="1736280"/>
            <a:ext cx="2226600" cy="424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191919"/>
                </a:solidFill>
                <a:latin typeface="Sora"/>
                <a:ea typeface="Sora"/>
              </a:rPr>
              <a:t>Revisited features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5" name="PlaceHolder 6"/>
          <p:cNvSpPr>
            <a:spLocks noGrp="1"/>
          </p:cNvSpPr>
          <p:nvPr>
            <p:ph type="subTitle"/>
          </p:nvPr>
        </p:nvSpPr>
        <p:spPr>
          <a:xfrm>
            <a:off x="5937840" y="1771200"/>
            <a:ext cx="2476080" cy="35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191919"/>
                </a:solidFill>
                <a:latin typeface="Sora"/>
                <a:ea typeface="Sora"/>
              </a:rPr>
              <a:t>Customer Feedback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6" name="PlaceHolder 7"/>
          <p:cNvSpPr>
            <a:spLocks noGrp="1"/>
          </p:cNvSpPr>
          <p:nvPr>
            <p:ph type="subTitle"/>
          </p:nvPr>
        </p:nvSpPr>
        <p:spPr>
          <a:xfrm>
            <a:off x="6081480" y="2435400"/>
            <a:ext cx="2189160" cy="77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Dr. Mendes was happy with this sprint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ubTitle"/>
          </p:nvPr>
        </p:nvSpPr>
        <p:spPr>
          <a:xfrm>
            <a:off x="414000" y="2383200"/>
            <a:ext cx="2285640" cy="875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Open Sans"/>
                <a:ea typeface="Open Sans"/>
              </a:rPr>
              <a:t>Fully implemented HYMN and RISC-V backend logic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subTitle"/>
          </p:nvPr>
        </p:nvSpPr>
        <p:spPr>
          <a:xfrm>
            <a:off x="3187440" y="2435400"/>
            <a:ext cx="2353320" cy="971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Completed HTML shell from original first sprint with visualization layer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ubTitle"/>
          </p:nvPr>
        </p:nvSpPr>
        <p:spPr>
          <a:xfrm>
            <a:off x="6180840" y="2435400"/>
            <a:ext cx="2189160" cy="77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191919"/>
                </a:solidFill>
                <a:latin typeface="Open Sans"/>
                <a:ea typeface="Open Sans"/>
              </a:rPr>
              <a:t>Dr. Mendes was happy with this sprint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 type="subTitle"/>
          </p:nvPr>
        </p:nvSpPr>
        <p:spPr>
          <a:xfrm>
            <a:off x="836280" y="1779840"/>
            <a:ext cx="1330560" cy="35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191919"/>
                </a:solidFill>
                <a:latin typeface="Sora"/>
                <a:ea typeface="Sora"/>
              </a:rPr>
              <a:t>Delivered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1" name="PlaceHolder 5"/>
          <p:cNvSpPr>
            <a:spLocks noGrp="1"/>
          </p:cNvSpPr>
          <p:nvPr>
            <p:ph type="subTitle"/>
          </p:nvPr>
        </p:nvSpPr>
        <p:spPr>
          <a:xfrm>
            <a:off x="3187440" y="1736280"/>
            <a:ext cx="2226600" cy="424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191919"/>
                </a:solidFill>
                <a:latin typeface="Sora"/>
                <a:ea typeface="Sora"/>
              </a:rPr>
              <a:t>Revisited features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2" name="PlaceHolder 6"/>
          <p:cNvSpPr>
            <a:spLocks noGrp="1"/>
          </p:cNvSpPr>
          <p:nvPr>
            <p:ph type="subTitle"/>
          </p:nvPr>
        </p:nvSpPr>
        <p:spPr>
          <a:xfrm>
            <a:off x="6037560" y="1779840"/>
            <a:ext cx="2476080" cy="35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191919"/>
                </a:solidFill>
                <a:latin typeface="Sora"/>
                <a:ea typeface="Sora"/>
              </a:rPr>
              <a:t>Customer Feedback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3" name="PlaceHolder 7"/>
          <p:cNvSpPr>
            <a:spLocks noGrp="1"/>
          </p:cNvSpPr>
          <p:nvPr>
            <p:ph type="title"/>
          </p:nvPr>
        </p:nvSpPr>
        <p:spPr>
          <a:xfrm>
            <a:off x="720000" y="5418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500" spc="-1" strike="noStrike">
                <a:solidFill>
                  <a:srgbClr val="191919"/>
                </a:solidFill>
                <a:latin typeface="Sora"/>
                <a:ea typeface="Sora"/>
              </a:rPr>
              <a:t>Sprint Review 2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2506320" y="1977840"/>
            <a:ext cx="4130640" cy="1187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rgbClr val="191919"/>
                </a:solidFill>
                <a:latin typeface="Sora"/>
                <a:ea typeface="Sora"/>
              </a:rPr>
              <a:t>QUESTIONS?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